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6" r:id="rId4"/>
    <p:sldId id="270" r:id="rId5"/>
    <p:sldId id="277" r:id="rId6"/>
    <p:sldId id="266" r:id="rId7"/>
    <p:sldId id="258" r:id="rId8"/>
    <p:sldId id="263" r:id="rId9"/>
    <p:sldId id="262" r:id="rId10"/>
    <p:sldId id="264" r:id="rId11"/>
    <p:sldId id="280" r:id="rId12"/>
    <p:sldId id="265" r:id="rId13"/>
    <p:sldId id="269" r:id="rId14"/>
    <p:sldId id="272" r:id="rId15"/>
    <p:sldId id="273" r:id="rId16"/>
    <p:sldId id="274" r:id="rId17"/>
    <p:sldId id="275" r:id="rId18"/>
    <p:sldId id="268" r:id="rId19"/>
    <p:sldId id="267" r:id="rId20"/>
    <p:sldId id="260" r:id="rId21"/>
    <p:sldId id="271" r:id="rId22"/>
    <p:sldId id="278" r:id="rId23"/>
    <p:sldId id="279" r:id="rId24"/>
    <p:sldId id="259" r:id="rId25"/>
    <p:sldId id="261" r:id="rId26"/>
    <p:sldId id="281" r:id="rId27"/>
    <p:sldId id="282" r:id="rId28"/>
    <p:sldId id="284" r:id="rId29"/>
    <p:sldId id="285" r:id="rId30"/>
    <p:sldId id="286" r:id="rId31"/>
    <p:sldId id="287" r:id="rId32"/>
    <p:sldId id="28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474AC1-69A8-440D-AC00-B0EACDF8E7C7}" v="18" dt="2025-07-29T16:06:44.5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oile" userId="53c576f9-3c21-4dca-99c9-0af1115fe0f0" providerId="ADAL" clId="{A4474AC1-69A8-440D-AC00-B0EACDF8E7C7}"/>
    <pc:docChg chg="undo redo custSel addSld delSld modSld sldOrd">
      <pc:chgData name="Andrew Poile" userId="53c576f9-3c21-4dca-99c9-0af1115fe0f0" providerId="ADAL" clId="{A4474AC1-69A8-440D-AC00-B0EACDF8E7C7}" dt="2025-07-29T16:06:53.594" v="11555" actId="20577"/>
      <pc:docMkLst>
        <pc:docMk/>
      </pc:docMkLst>
      <pc:sldChg chg="modSp mod">
        <pc:chgData name="Andrew Poile" userId="53c576f9-3c21-4dca-99c9-0af1115fe0f0" providerId="ADAL" clId="{A4474AC1-69A8-440D-AC00-B0EACDF8E7C7}" dt="2025-07-28T16:30:11.832" v="10404" actId="790"/>
        <pc:sldMkLst>
          <pc:docMk/>
          <pc:sldMk cId="3213529298" sldId="256"/>
        </pc:sldMkLst>
        <pc:spChg chg="mod">
          <ac:chgData name="Andrew Poile" userId="53c576f9-3c21-4dca-99c9-0af1115fe0f0" providerId="ADAL" clId="{A4474AC1-69A8-440D-AC00-B0EACDF8E7C7}" dt="2025-07-28T16:30:11.832" v="10404" actId="790"/>
          <ac:spMkLst>
            <pc:docMk/>
            <pc:sldMk cId="3213529298" sldId="256"/>
            <ac:spMk id="2" creationId="{78085EC0-6325-239D-F8B0-B56234EF091A}"/>
          </ac:spMkLst>
        </pc:spChg>
        <pc:spChg chg="mod">
          <ac:chgData name="Andrew Poile" userId="53c576f9-3c21-4dca-99c9-0af1115fe0f0" providerId="ADAL" clId="{A4474AC1-69A8-440D-AC00-B0EACDF8E7C7}" dt="2025-07-28T16:30:11.832" v="10404" actId="790"/>
          <ac:spMkLst>
            <pc:docMk/>
            <pc:sldMk cId="3213529298" sldId="256"/>
            <ac:spMk id="3" creationId="{E3D49905-4DD4-A6A3-7BA5-23138FA82059}"/>
          </ac:spMkLst>
        </pc:spChg>
        <pc:spChg chg="mod">
          <ac:chgData name="Andrew Poile" userId="53c576f9-3c21-4dca-99c9-0af1115fe0f0" providerId="ADAL" clId="{A4474AC1-69A8-440D-AC00-B0EACDF8E7C7}" dt="2025-07-28T16:30:11.832" v="10404" actId="790"/>
          <ac:spMkLst>
            <pc:docMk/>
            <pc:sldMk cId="3213529298" sldId="256"/>
            <ac:spMk id="9" creationId="{ED587E41-605C-A8E4-8BA5-0E0B3797C9AA}"/>
          </ac:spMkLst>
        </pc:spChg>
        <pc:spChg chg="mod">
          <ac:chgData name="Andrew Poile" userId="53c576f9-3c21-4dca-99c9-0af1115fe0f0" providerId="ADAL" clId="{A4474AC1-69A8-440D-AC00-B0EACDF8E7C7}" dt="2025-07-28T16:30:11.832" v="10404" actId="790"/>
          <ac:spMkLst>
            <pc:docMk/>
            <pc:sldMk cId="3213529298" sldId="256"/>
            <ac:spMk id="11" creationId="{EBD48A03-0DF9-3063-CB15-1BC2AEC79F1C}"/>
          </ac:spMkLst>
        </pc:spChg>
      </pc:sldChg>
      <pc:sldChg chg="modSp mod">
        <pc:chgData name="Andrew Poile" userId="53c576f9-3c21-4dca-99c9-0af1115fe0f0" providerId="ADAL" clId="{A4474AC1-69A8-440D-AC00-B0EACDF8E7C7}" dt="2025-07-28T16:30:11.832" v="10404" actId="790"/>
        <pc:sldMkLst>
          <pc:docMk/>
          <pc:sldMk cId="193282621" sldId="257"/>
        </pc:sldMkLst>
        <pc:spChg chg="mod">
          <ac:chgData name="Andrew Poile" userId="53c576f9-3c21-4dca-99c9-0af1115fe0f0" providerId="ADAL" clId="{A4474AC1-69A8-440D-AC00-B0EACDF8E7C7}" dt="2025-07-28T16:30:11.832" v="10404" actId="790"/>
          <ac:spMkLst>
            <pc:docMk/>
            <pc:sldMk cId="193282621" sldId="257"/>
            <ac:spMk id="2" creationId="{45AFB449-B8D4-F41A-E606-D656B74DDD27}"/>
          </ac:spMkLst>
        </pc:spChg>
        <pc:spChg chg="mod">
          <ac:chgData name="Andrew Poile" userId="53c576f9-3c21-4dca-99c9-0af1115fe0f0" providerId="ADAL" clId="{A4474AC1-69A8-440D-AC00-B0EACDF8E7C7}" dt="2025-07-28T16:30:11.832" v="10404" actId="790"/>
          <ac:spMkLst>
            <pc:docMk/>
            <pc:sldMk cId="193282621" sldId="257"/>
            <ac:spMk id="3" creationId="{350A3763-9AE5-50A9-6C7A-EC0BA0C56562}"/>
          </ac:spMkLst>
        </pc:spChg>
      </pc:sldChg>
      <pc:sldChg chg="modSp mod">
        <pc:chgData name="Andrew Poile" userId="53c576f9-3c21-4dca-99c9-0af1115fe0f0" providerId="ADAL" clId="{A4474AC1-69A8-440D-AC00-B0EACDF8E7C7}" dt="2025-07-28T16:30:11.832" v="10404" actId="790"/>
        <pc:sldMkLst>
          <pc:docMk/>
          <pc:sldMk cId="2496195727" sldId="258"/>
        </pc:sldMkLst>
        <pc:spChg chg="mod">
          <ac:chgData name="Andrew Poile" userId="53c576f9-3c21-4dca-99c9-0af1115fe0f0" providerId="ADAL" clId="{A4474AC1-69A8-440D-AC00-B0EACDF8E7C7}" dt="2025-07-28T16:30:11.832" v="10404" actId="790"/>
          <ac:spMkLst>
            <pc:docMk/>
            <pc:sldMk cId="2496195727" sldId="258"/>
            <ac:spMk id="2" creationId="{99E46827-4C3B-CCA2-2131-BB012653039F}"/>
          </ac:spMkLst>
        </pc:spChg>
        <pc:spChg chg="mod">
          <ac:chgData name="Andrew Poile" userId="53c576f9-3c21-4dca-99c9-0af1115fe0f0" providerId="ADAL" clId="{A4474AC1-69A8-440D-AC00-B0EACDF8E7C7}" dt="2025-07-28T16:30:11.832" v="10404" actId="790"/>
          <ac:spMkLst>
            <pc:docMk/>
            <pc:sldMk cId="2496195727" sldId="258"/>
            <ac:spMk id="3" creationId="{128D689A-5147-2170-9C8B-E78F55B84C56}"/>
          </ac:spMkLst>
        </pc:spChg>
      </pc:sldChg>
      <pc:sldChg chg="modSp new mod ord">
        <pc:chgData name="Andrew Poile" userId="53c576f9-3c21-4dca-99c9-0af1115fe0f0" providerId="ADAL" clId="{A4474AC1-69A8-440D-AC00-B0EACDF8E7C7}" dt="2025-07-28T16:30:11.832" v="10404" actId="790"/>
        <pc:sldMkLst>
          <pc:docMk/>
          <pc:sldMk cId="1330056588" sldId="259"/>
        </pc:sldMkLst>
        <pc:spChg chg="mod">
          <ac:chgData name="Andrew Poile" userId="53c576f9-3c21-4dca-99c9-0af1115fe0f0" providerId="ADAL" clId="{A4474AC1-69A8-440D-AC00-B0EACDF8E7C7}" dt="2025-07-28T16:30:11.832" v="10404" actId="790"/>
          <ac:spMkLst>
            <pc:docMk/>
            <pc:sldMk cId="1330056588" sldId="259"/>
            <ac:spMk id="2" creationId="{8A6A07CA-8A4F-8B6C-C0E3-61978AD2FE89}"/>
          </ac:spMkLst>
        </pc:spChg>
        <pc:spChg chg="mod">
          <ac:chgData name="Andrew Poile" userId="53c576f9-3c21-4dca-99c9-0af1115fe0f0" providerId="ADAL" clId="{A4474AC1-69A8-440D-AC00-B0EACDF8E7C7}" dt="2025-07-28T16:30:11.832" v="10404" actId="790"/>
          <ac:spMkLst>
            <pc:docMk/>
            <pc:sldMk cId="1330056588" sldId="259"/>
            <ac:spMk id="3" creationId="{899351DA-EC60-A239-0587-42D6556593CC}"/>
          </ac:spMkLst>
        </pc:spChg>
      </pc:sldChg>
      <pc:sldChg chg="modSp new mod">
        <pc:chgData name="Andrew Poile" userId="53c576f9-3c21-4dca-99c9-0af1115fe0f0" providerId="ADAL" clId="{A4474AC1-69A8-440D-AC00-B0EACDF8E7C7}" dt="2025-07-28T16:30:11.832" v="10404" actId="790"/>
        <pc:sldMkLst>
          <pc:docMk/>
          <pc:sldMk cId="1771044781" sldId="260"/>
        </pc:sldMkLst>
        <pc:spChg chg="mod">
          <ac:chgData name="Andrew Poile" userId="53c576f9-3c21-4dca-99c9-0af1115fe0f0" providerId="ADAL" clId="{A4474AC1-69A8-440D-AC00-B0EACDF8E7C7}" dt="2025-07-28T16:30:11.832" v="10404" actId="790"/>
          <ac:spMkLst>
            <pc:docMk/>
            <pc:sldMk cId="1771044781" sldId="260"/>
            <ac:spMk id="2" creationId="{F92686E9-876F-359C-B9F0-93D5F8E0DD5F}"/>
          </ac:spMkLst>
        </pc:spChg>
        <pc:spChg chg="mod">
          <ac:chgData name="Andrew Poile" userId="53c576f9-3c21-4dca-99c9-0af1115fe0f0" providerId="ADAL" clId="{A4474AC1-69A8-440D-AC00-B0EACDF8E7C7}" dt="2025-07-28T16:30:11.832" v="10404" actId="790"/>
          <ac:spMkLst>
            <pc:docMk/>
            <pc:sldMk cId="1771044781" sldId="260"/>
            <ac:spMk id="3" creationId="{99488685-DEB9-0420-32E1-DD79C112FA73}"/>
          </ac:spMkLst>
        </pc:spChg>
      </pc:sldChg>
      <pc:sldChg chg="modSp new mod ord">
        <pc:chgData name="Andrew Poile" userId="53c576f9-3c21-4dca-99c9-0af1115fe0f0" providerId="ADAL" clId="{A4474AC1-69A8-440D-AC00-B0EACDF8E7C7}" dt="2025-07-28T16:30:11.832" v="10404" actId="790"/>
        <pc:sldMkLst>
          <pc:docMk/>
          <pc:sldMk cId="2407722223" sldId="261"/>
        </pc:sldMkLst>
        <pc:spChg chg="mod">
          <ac:chgData name="Andrew Poile" userId="53c576f9-3c21-4dca-99c9-0af1115fe0f0" providerId="ADAL" clId="{A4474AC1-69A8-440D-AC00-B0EACDF8E7C7}" dt="2025-07-28T16:30:11.832" v="10404" actId="790"/>
          <ac:spMkLst>
            <pc:docMk/>
            <pc:sldMk cId="2407722223" sldId="261"/>
            <ac:spMk id="2" creationId="{62255822-D66C-73BD-B914-423B6560E61D}"/>
          </ac:spMkLst>
        </pc:spChg>
        <pc:spChg chg="mod">
          <ac:chgData name="Andrew Poile" userId="53c576f9-3c21-4dca-99c9-0af1115fe0f0" providerId="ADAL" clId="{A4474AC1-69A8-440D-AC00-B0EACDF8E7C7}" dt="2025-07-28T16:30:11.832" v="10404" actId="790"/>
          <ac:spMkLst>
            <pc:docMk/>
            <pc:sldMk cId="2407722223" sldId="261"/>
            <ac:spMk id="3" creationId="{ADDC14D1-328D-FFE6-FF0C-13DE1EDE9EFA}"/>
          </ac:spMkLst>
        </pc:spChg>
      </pc:sldChg>
      <pc:sldChg chg="modSp new mod">
        <pc:chgData name="Andrew Poile" userId="53c576f9-3c21-4dca-99c9-0af1115fe0f0" providerId="ADAL" clId="{A4474AC1-69A8-440D-AC00-B0EACDF8E7C7}" dt="2025-07-28T16:30:11.832" v="10404" actId="790"/>
        <pc:sldMkLst>
          <pc:docMk/>
          <pc:sldMk cId="2402254113" sldId="262"/>
        </pc:sldMkLst>
        <pc:spChg chg="mod">
          <ac:chgData name="Andrew Poile" userId="53c576f9-3c21-4dca-99c9-0af1115fe0f0" providerId="ADAL" clId="{A4474AC1-69A8-440D-AC00-B0EACDF8E7C7}" dt="2025-07-28T16:30:11.832" v="10404" actId="790"/>
          <ac:spMkLst>
            <pc:docMk/>
            <pc:sldMk cId="2402254113" sldId="262"/>
            <ac:spMk id="2" creationId="{C9014481-46F1-AF8C-4350-402B73E71D99}"/>
          </ac:spMkLst>
        </pc:spChg>
        <pc:spChg chg="mod">
          <ac:chgData name="Andrew Poile" userId="53c576f9-3c21-4dca-99c9-0af1115fe0f0" providerId="ADAL" clId="{A4474AC1-69A8-440D-AC00-B0EACDF8E7C7}" dt="2025-07-28T16:30:11.832" v="10404" actId="790"/>
          <ac:spMkLst>
            <pc:docMk/>
            <pc:sldMk cId="2402254113" sldId="262"/>
            <ac:spMk id="3" creationId="{AEFC6591-82A1-57E5-A2AD-C5C962597B3F}"/>
          </ac:spMkLst>
        </pc:spChg>
      </pc:sldChg>
      <pc:sldChg chg="modSp new mod">
        <pc:chgData name="Andrew Poile" userId="53c576f9-3c21-4dca-99c9-0af1115fe0f0" providerId="ADAL" clId="{A4474AC1-69A8-440D-AC00-B0EACDF8E7C7}" dt="2025-07-28T16:30:11.832" v="10404" actId="790"/>
        <pc:sldMkLst>
          <pc:docMk/>
          <pc:sldMk cId="4044997576" sldId="263"/>
        </pc:sldMkLst>
        <pc:spChg chg="mod">
          <ac:chgData name="Andrew Poile" userId="53c576f9-3c21-4dca-99c9-0af1115fe0f0" providerId="ADAL" clId="{A4474AC1-69A8-440D-AC00-B0EACDF8E7C7}" dt="2025-07-28T16:30:11.832" v="10404" actId="790"/>
          <ac:spMkLst>
            <pc:docMk/>
            <pc:sldMk cId="4044997576" sldId="263"/>
            <ac:spMk id="2" creationId="{92C2ED27-1A0E-F60B-98AD-BE361A8C1069}"/>
          </ac:spMkLst>
        </pc:spChg>
        <pc:spChg chg="mod">
          <ac:chgData name="Andrew Poile" userId="53c576f9-3c21-4dca-99c9-0af1115fe0f0" providerId="ADAL" clId="{A4474AC1-69A8-440D-AC00-B0EACDF8E7C7}" dt="2025-07-28T16:30:11.832" v="10404" actId="790"/>
          <ac:spMkLst>
            <pc:docMk/>
            <pc:sldMk cId="4044997576" sldId="263"/>
            <ac:spMk id="3" creationId="{059C1E1F-3C77-4C91-86EA-19EF017B5B8F}"/>
          </ac:spMkLst>
        </pc:spChg>
      </pc:sldChg>
      <pc:sldChg chg="modSp new mod">
        <pc:chgData name="Andrew Poile" userId="53c576f9-3c21-4dca-99c9-0af1115fe0f0" providerId="ADAL" clId="{A4474AC1-69A8-440D-AC00-B0EACDF8E7C7}" dt="2025-07-28T16:30:11.832" v="10404" actId="790"/>
        <pc:sldMkLst>
          <pc:docMk/>
          <pc:sldMk cId="1057578059" sldId="264"/>
        </pc:sldMkLst>
        <pc:spChg chg="mod">
          <ac:chgData name="Andrew Poile" userId="53c576f9-3c21-4dca-99c9-0af1115fe0f0" providerId="ADAL" clId="{A4474AC1-69A8-440D-AC00-B0EACDF8E7C7}" dt="2025-07-28T16:30:11.832" v="10404" actId="790"/>
          <ac:spMkLst>
            <pc:docMk/>
            <pc:sldMk cId="1057578059" sldId="264"/>
            <ac:spMk id="2" creationId="{0B409EBA-AC41-0484-CF3B-B8644D505935}"/>
          </ac:spMkLst>
        </pc:spChg>
        <pc:spChg chg="mod">
          <ac:chgData name="Andrew Poile" userId="53c576f9-3c21-4dca-99c9-0af1115fe0f0" providerId="ADAL" clId="{A4474AC1-69A8-440D-AC00-B0EACDF8E7C7}" dt="2025-07-28T16:30:11.832" v="10404" actId="790"/>
          <ac:spMkLst>
            <pc:docMk/>
            <pc:sldMk cId="1057578059" sldId="264"/>
            <ac:spMk id="3" creationId="{0A9D55D3-5D03-4EB2-6876-058E708E2B90}"/>
          </ac:spMkLst>
        </pc:spChg>
      </pc:sldChg>
      <pc:sldChg chg="modSp mod">
        <pc:chgData name="Andrew Poile" userId="53c576f9-3c21-4dca-99c9-0af1115fe0f0" providerId="ADAL" clId="{A4474AC1-69A8-440D-AC00-B0EACDF8E7C7}" dt="2025-07-28T16:30:11.832" v="10404" actId="790"/>
        <pc:sldMkLst>
          <pc:docMk/>
          <pc:sldMk cId="269303790" sldId="265"/>
        </pc:sldMkLst>
        <pc:spChg chg="mod">
          <ac:chgData name="Andrew Poile" userId="53c576f9-3c21-4dca-99c9-0af1115fe0f0" providerId="ADAL" clId="{A4474AC1-69A8-440D-AC00-B0EACDF8E7C7}" dt="2025-07-28T16:30:11.832" v="10404" actId="790"/>
          <ac:spMkLst>
            <pc:docMk/>
            <pc:sldMk cId="269303790" sldId="265"/>
            <ac:spMk id="2" creationId="{FD8A0C20-B05D-9726-E6D4-53C05EF2415B}"/>
          </ac:spMkLst>
        </pc:spChg>
        <pc:spChg chg="mod">
          <ac:chgData name="Andrew Poile" userId="53c576f9-3c21-4dca-99c9-0af1115fe0f0" providerId="ADAL" clId="{A4474AC1-69A8-440D-AC00-B0EACDF8E7C7}" dt="2025-07-28T16:30:11.832" v="10404" actId="790"/>
          <ac:spMkLst>
            <pc:docMk/>
            <pc:sldMk cId="269303790" sldId="265"/>
            <ac:spMk id="3" creationId="{4A5511E9-3443-95CA-1FB6-61CD63756DF8}"/>
          </ac:spMkLst>
        </pc:spChg>
      </pc:sldChg>
      <pc:sldChg chg="modSp mod">
        <pc:chgData name="Andrew Poile" userId="53c576f9-3c21-4dca-99c9-0af1115fe0f0" providerId="ADAL" clId="{A4474AC1-69A8-440D-AC00-B0EACDF8E7C7}" dt="2025-07-28T16:30:11.832" v="10404" actId="790"/>
        <pc:sldMkLst>
          <pc:docMk/>
          <pc:sldMk cId="3518625369" sldId="266"/>
        </pc:sldMkLst>
        <pc:spChg chg="mod">
          <ac:chgData name="Andrew Poile" userId="53c576f9-3c21-4dca-99c9-0af1115fe0f0" providerId="ADAL" clId="{A4474AC1-69A8-440D-AC00-B0EACDF8E7C7}" dt="2025-07-28T16:30:11.832" v="10404" actId="790"/>
          <ac:spMkLst>
            <pc:docMk/>
            <pc:sldMk cId="3518625369" sldId="266"/>
            <ac:spMk id="2" creationId="{8894FA37-C5A4-2394-E201-84EF5EEB8AB3}"/>
          </ac:spMkLst>
        </pc:spChg>
        <pc:spChg chg="mod">
          <ac:chgData name="Andrew Poile" userId="53c576f9-3c21-4dca-99c9-0af1115fe0f0" providerId="ADAL" clId="{A4474AC1-69A8-440D-AC00-B0EACDF8E7C7}" dt="2025-07-28T16:30:11.832" v="10404" actId="790"/>
          <ac:spMkLst>
            <pc:docMk/>
            <pc:sldMk cId="3518625369" sldId="266"/>
            <ac:spMk id="13" creationId="{33E93247-6229-44AB-A550-739E971E690B}"/>
          </ac:spMkLst>
        </pc:spChg>
        <pc:spChg chg="mod">
          <ac:chgData name="Andrew Poile" userId="53c576f9-3c21-4dca-99c9-0af1115fe0f0" providerId="ADAL" clId="{A4474AC1-69A8-440D-AC00-B0EACDF8E7C7}" dt="2025-07-28T16:30:11.832" v="10404" actId="790"/>
          <ac:spMkLst>
            <pc:docMk/>
            <pc:sldMk cId="3518625369" sldId="266"/>
            <ac:spMk id="15" creationId="{612349FF-7742-42ED-ADF3-238B5DDD176C}"/>
          </ac:spMkLst>
        </pc:spChg>
      </pc:sldChg>
      <pc:sldChg chg="addSp delSp modSp new mod setBg setClrOvrMap">
        <pc:chgData name="Andrew Poile" userId="53c576f9-3c21-4dca-99c9-0af1115fe0f0" providerId="ADAL" clId="{A4474AC1-69A8-440D-AC00-B0EACDF8E7C7}" dt="2025-07-28T16:30:11.832" v="10404" actId="790"/>
        <pc:sldMkLst>
          <pc:docMk/>
          <pc:sldMk cId="615796348" sldId="267"/>
        </pc:sldMkLst>
        <pc:spChg chg="mod">
          <ac:chgData name="Andrew Poile" userId="53c576f9-3c21-4dca-99c9-0af1115fe0f0" providerId="ADAL" clId="{A4474AC1-69A8-440D-AC00-B0EACDF8E7C7}" dt="2025-07-28T16:30:11.832" v="10404" actId="790"/>
          <ac:spMkLst>
            <pc:docMk/>
            <pc:sldMk cId="615796348" sldId="267"/>
            <ac:spMk id="2" creationId="{E88DCE8F-80AD-14EC-4143-AEE65310F114}"/>
          </ac:spMkLst>
        </pc:spChg>
        <pc:spChg chg="add mod">
          <ac:chgData name="Andrew Poile" userId="53c576f9-3c21-4dca-99c9-0af1115fe0f0" providerId="ADAL" clId="{A4474AC1-69A8-440D-AC00-B0EACDF8E7C7}" dt="2025-07-28T16:30:11.832" v="10404" actId="790"/>
          <ac:spMkLst>
            <pc:docMk/>
            <pc:sldMk cId="615796348" sldId="267"/>
            <ac:spMk id="13" creationId="{33E93247-6229-44AB-A550-739E971E690B}"/>
          </ac:spMkLst>
        </pc:spChg>
        <pc:spChg chg="add mod">
          <ac:chgData name="Andrew Poile" userId="53c576f9-3c21-4dca-99c9-0af1115fe0f0" providerId="ADAL" clId="{A4474AC1-69A8-440D-AC00-B0EACDF8E7C7}" dt="2025-07-28T16:30:11.832" v="10404" actId="790"/>
          <ac:spMkLst>
            <pc:docMk/>
            <pc:sldMk cId="615796348" sldId="267"/>
            <ac:spMk id="15" creationId="{6BB6B482-ACCA-4938-8AEA-49D525C17221}"/>
          </ac:spMkLst>
        </pc:spChg>
        <pc:picChg chg="add">
          <ac:chgData name="Andrew Poile" userId="53c576f9-3c21-4dca-99c9-0af1115fe0f0" providerId="ADAL" clId="{A4474AC1-69A8-440D-AC00-B0EACDF8E7C7}" dt="2025-06-30T13:48:11.639" v="2849" actId="26606"/>
          <ac:picMkLst>
            <pc:docMk/>
            <pc:sldMk cId="615796348" sldId="267"/>
            <ac:picMk id="5" creationId="{D80ABC1A-BEA5-7153-4693-04DFFE460A45}"/>
          </ac:picMkLst>
        </pc:picChg>
        <pc:cxnChg chg="add">
          <ac:chgData name="Andrew Poile" userId="53c576f9-3c21-4dca-99c9-0af1115fe0f0" providerId="ADAL" clId="{A4474AC1-69A8-440D-AC00-B0EACDF8E7C7}" dt="2025-06-30T13:48:11.639" v="2849" actId="26606"/>
          <ac:cxnSpMkLst>
            <pc:docMk/>
            <pc:sldMk cId="615796348" sldId="267"/>
            <ac:cxnSpMk id="9" creationId="{F64F9B95-9045-48D2-B9F3-2927E98F54AA}"/>
          </ac:cxnSpMkLst>
        </pc:cxnChg>
        <pc:cxnChg chg="add">
          <ac:chgData name="Andrew Poile" userId="53c576f9-3c21-4dca-99c9-0af1115fe0f0" providerId="ADAL" clId="{A4474AC1-69A8-440D-AC00-B0EACDF8E7C7}" dt="2025-06-30T13:48:11.639" v="2849" actId="26606"/>
          <ac:cxnSpMkLst>
            <pc:docMk/>
            <pc:sldMk cId="615796348" sldId="267"/>
            <ac:cxnSpMk id="11" creationId="{085AA86F-6A4D-4BCB-A045-D992CDC2959B}"/>
          </ac:cxnSpMkLst>
        </pc:cxnChg>
        <pc:cxnChg chg="add">
          <ac:chgData name="Andrew Poile" userId="53c576f9-3c21-4dca-99c9-0af1115fe0f0" providerId="ADAL" clId="{A4474AC1-69A8-440D-AC00-B0EACDF8E7C7}" dt="2025-06-30T13:48:11.639" v="2849" actId="26606"/>
          <ac:cxnSpMkLst>
            <pc:docMk/>
            <pc:sldMk cId="615796348" sldId="267"/>
            <ac:cxnSpMk id="17" creationId="{EE2E603F-4A95-4FE8-BB06-211DFD75DBEF}"/>
          </ac:cxnSpMkLst>
        </pc:cxnChg>
      </pc:sldChg>
      <pc:sldChg chg="modSp new mod">
        <pc:chgData name="Andrew Poile" userId="53c576f9-3c21-4dca-99c9-0af1115fe0f0" providerId="ADAL" clId="{A4474AC1-69A8-440D-AC00-B0EACDF8E7C7}" dt="2025-07-28T16:30:11.832" v="10404" actId="790"/>
        <pc:sldMkLst>
          <pc:docMk/>
          <pc:sldMk cId="424592615" sldId="268"/>
        </pc:sldMkLst>
        <pc:spChg chg="mod">
          <ac:chgData name="Andrew Poile" userId="53c576f9-3c21-4dca-99c9-0af1115fe0f0" providerId="ADAL" clId="{A4474AC1-69A8-440D-AC00-B0EACDF8E7C7}" dt="2025-07-28T16:30:11.832" v="10404" actId="790"/>
          <ac:spMkLst>
            <pc:docMk/>
            <pc:sldMk cId="424592615" sldId="268"/>
            <ac:spMk id="2" creationId="{62936815-E722-9138-F25E-0F0CD21F788D}"/>
          </ac:spMkLst>
        </pc:spChg>
        <pc:spChg chg="mod">
          <ac:chgData name="Andrew Poile" userId="53c576f9-3c21-4dca-99c9-0af1115fe0f0" providerId="ADAL" clId="{A4474AC1-69A8-440D-AC00-B0EACDF8E7C7}" dt="2025-07-28T16:30:11.832" v="10404" actId="790"/>
          <ac:spMkLst>
            <pc:docMk/>
            <pc:sldMk cId="424592615" sldId="268"/>
            <ac:spMk id="3" creationId="{02B7A81E-8C79-E47B-B562-F3D051DC76B4}"/>
          </ac:spMkLst>
        </pc:spChg>
      </pc:sldChg>
      <pc:sldChg chg="addSp delSp modSp new mod">
        <pc:chgData name="Andrew Poile" userId="53c576f9-3c21-4dca-99c9-0af1115fe0f0" providerId="ADAL" clId="{A4474AC1-69A8-440D-AC00-B0EACDF8E7C7}" dt="2025-07-28T16:30:11.832" v="10404" actId="790"/>
        <pc:sldMkLst>
          <pc:docMk/>
          <pc:sldMk cId="3223573109" sldId="269"/>
        </pc:sldMkLst>
        <pc:spChg chg="mod">
          <ac:chgData name="Andrew Poile" userId="53c576f9-3c21-4dca-99c9-0af1115fe0f0" providerId="ADAL" clId="{A4474AC1-69A8-440D-AC00-B0EACDF8E7C7}" dt="2025-07-28T16:30:11.832" v="10404" actId="790"/>
          <ac:spMkLst>
            <pc:docMk/>
            <pc:sldMk cId="3223573109" sldId="269"/>
            <ac:spMk id="2" creationId="{60168247-7BED-11F5-7BD2-B27D0839DE71}"/>
          </ac:spMkLst>
        </pc:spChg>
        <pc:spChg chg="mod">
          <ac:chgData name="Andrew Poile" userId="53c576f9-3c21-4dca-99c9-0af1115fe0f0" providerId="ADAL" clId="{A4474AC1-69A8-440D-AC00-B0EACDF8E7C7}" dt="2025-07-28T16:30:11.832" v="10404" actId="790"/>
          <ac:spMkLst>
            <pc:docMk/>
            <pc:sldMk cId="3223573109" sldId="269"/>
            <ac:spMk id="3" creationId="{CF720E09-0784-ABD3-A31B-D147577EF4B1}"/>
          </ac:spMkLst>
        </pc:spChg>
      </pc:sldChg>
      <pc:sldChg chg="modSp new mod">
        <pc:chgData name="Andrew Poile" userId="53c576f9-3c21-4dca-99c9-0af1115fe0f0" providerId="ADAL" clId="{A4474AC1-69A8-440D-AC00-B0EACDF8E7C7}" dt="2025-07-28T16:30:11.832" v="10404" actId="790"/>
        <pc:sldMkLst>
          <pc:docMk/>
          <pc:sldMk cId="3838736755" sldId="270"/>
        </pc:sldMkLst>
        <pc:spChg chg="mod">
          <ac:chgData name="Andrew Poile" userId="53c576f9-3c21-4dca-99c9-0af1115fe0f0" providerId="ADAL" clId="{A4474AC1-69A8-440D-AC00-B0EACDF8E7C7}" dt="2025-07-28T16:30:11.832" v="10404" actId="790"/>
          <ac:spMkLst>
            <pc:docMk/>
            <pc:sldMk cId="3838736755" sldId="270"/>
            <ac:spMk id="2" creationId="{8E339268-5AD4-F585-349B-7D5F254F8658}"/>
          </ac:spMkLst>
        </pc:spChg>
        <pc:spChg chg="mod">
          <ac:chgData name="Andrew Poile" userId="53c576f9-3c21-4dca-99c9-0af1115fe0f0" providerId="ADAL" clId="{A4474AC1-69A8-440D-AC00-B0EACDF8E7C7}" dt="2025-07-28T16:30:11.832" v="10404" actId="790"/>
          <ac:spMkLst>
            <pc:docMk/>
            <pc:sldMk cId="3838736755" sldId="270"/>
            <ac:spMk id="3" creationId="{3DEE1A6D-DB2E-6DBE-3675-EBF46B4F8C35}"/>
          </ac:spMkLst>
        </pc:spChg>
      </pc:sldChg>
      <pc:sldChg chg="modSp new mod">
        <pc:chgData name="Andrew Poile" userId="53c576f9-3c21-4dca-99c9-0af1115fe0f0" providerId="ADAL" clId="{A4474AC1-69A8-440D-AC00-B0EACDF8E7C7}" dt="2025-07-28T16:30:11.832" v="10404" actId="790"/>
        <pc:sldMkLst>
          <pc:docMk/>
          <pc:sldMk cId="3014197396" sldId="271"/>
        </pc:sldMkLst>
        <pc:spChg chg="mod">
          <ac:chgData name="Andrew Poile" userId="53c576f9-3c21-4dca-99c9-0af1115fe0f0" providerId="ADAL" clId="{A4474AC1-69A8-440D-AC00-B0EACDF8E7C7}" dt="2025-07-28T16:30:11.832" v="10404" actId="790"/>
          <ac:spMkLst>
            <pc:docMk/>
            <pc:sldMk cId="3014197396" sldId="271"/>
            <ac:spMk id="2" creationId="{16FBE88C-0D95-98D6-8808-0B09813569D0}"/>
          </ac:spMkLst>
        </pc:spChg>
        <pc:spChg chg="mod">
          <ac:chgData name="Andrew Poile" userId="53c576f9-3c21-4dca-99c9-0af1115fe0f0" providerId="ADAL" clId="{A4474AC1-69A8-440D-AC00-B0EACDF8E7C7}" dt="2025-07-28T16:30:11.832" v="10404" actId="790"/>
          <ac:spMkLst>
            <pc:docMk/>
            <pc:sldMk cId="3014197396" sldId="271"/>
            <ac:spMk id="3" creationId="{1C5A8AC8-F670-AB1E-9414-598FC80126B3}"/>
          </ac:spMkLst>
        </pc:spChg>
      </pc:sldChg>
      <pc:sldChg chg="modSp new mod">
        <pc:chgData name="Andrew Poile" userId="53c576f9-3c21-4dca-99c9-0af1115fe0f0" providerId="ADAL" clId="{A4474AC1-69A8-440D-AC00-B0EACDF8E7C7}" dt="2025-07-28T16:30:11.832" v="10404" actId="790"/>
        <pc:sldMkLst>
          <pc:docMk/>
          <pc:sldMk cId="3515660866" sldId="272"/>
        </pc:sldMkLst>
        <pc:spChg chg="mod">
          <ac:chgData name="Andrew Poile" userId="53c576f9-3c21-4dca-99c9-0af1115fe0f0" providerId="ADAL" clId="{A4474AC1-69A8-440D-AC00-B0EACDF8E7C7}" dt="2025-07-28T16:30:11.832" v="10404" actId="790"/>
          <ac:spMkLst>
            <pc:docMk/>
            <pc:sldMk cId="3515660866" sldId="272"/>
            <ac:spMk id="2" creationId="{4D426F39-652A-2AD9-88CB-A402C751E830}"/>
          </ac:spMkLst>
        </pc:spChg>
        <pc:spChg chg="mod">
          <ac:chgData name="Andrew Poile" userId="53c576f9-3c21-4dca-99c9-0af1115fe0f0" providerId="ADAL" clId="{A4474AC1-69A8-440D-AC00-B0EACDF8E7C7}" dt="2025-07-28T16:30:11.832" v="10404" actId="790"/>
          <ac:spMkLst>
            <pc:docMk/>
            <pc:sldMk cId="3515660866" sldId="272"/>
            <ac:spMk id="3" creationId="{0C23823F-893F-B220-5BDE-29A075507C48}"/>
          </ac:spMkLst>
        </pc:spChg>
      </pc:sldChg>
      <pc:sldChg chg="modSp new mod">
        <pc:chgData name="Andrew Poile" userId="53c576f9-3c21-4dca-99c9-0af1115fe0f0" providerId="ADAL" clId="{A4474AC1-69A8-440D-AC00-B0EACDF8E7C7}" dt="2025-07-28T16:30:11.832" v="10404" actId="790"/>
        <pc:sldMkLst>
          <pc:docMk/>
          <pc:sldMk cId="1764199954" sldId="273"/>
        </pc:sldMkLst>
        <pc:spChg chg="mod">
          <ac:chgData name="Andrew Poile" userId="53c576f9-3c21-4dca-99c9-0af1115fe0f0" providerId="ADAL" clId="{A4474AC1-69A8-440D-AC00-B0EACDF8E7C7}" dt="2025-07-28T16:30:11.832" v="10404" actId="790"/>
          <ac:spMkLst>
            <pc:docMk/>
            <pc:sldMk cId="1764199954" sldId="273"/>
            <ac:spMk id="2" creationId="{1280EF77-B675-63A5-D0AC-B383EE495C4B}"/>
          </ac:spMkLst>
        </pc:spChg>
        <pc:spChg chg="mod">
          <ac:chgData name="Andrew Poile" userId="53c576f9-3c21-4dca-99c9-0af1115fe0f0" providerId="ADAL" clId="{A4474AC1-69A8-440D-AC00-B0EACDF8E7C7}" dt="2025-07-28T16:30:11.832" v="10404" actId="790"/>
          <ac:spMkLst>
            <pc:docMk/>
            <pc:sldMk cId="1764199954" sldId="273"/>
            <ac:spMk id="3" creationId="{8BA42EFF-97B3-9845-19AE-4187F6A24CDD}"/>
          </ac:spMkLst>
        </pc:spChg>
      </pc:sldChg>
      <pc:sldChg chg="modSp new mod">
        <pc:chgData name="Andrew Poile" userId="53c576f9-3c21-4dca-99c9-0af1115fe0f0" providerId="ADAL" clId="{A4474AC1-69A8-440D-AC00-B0EACDF8E7C7}" dt="2025-07-28T16:30:11.832" v="10404" actId="790"/>
        <pc:sldMkLst>
          <pc:docMk/>
          <pc:sldMk cId="3785555200" sldId="274"/>
        </pc:sldMkLst>
        <pc:spChg chg="mod">
          <ac:chgData name="Andrew Poile" userId="53c576f9-3c21-4dca-99c9-0af1115fe0f0" providerId="ADAL" clId="{A4474AC1-69A8-440D-AC00-B0EACDF8E7C7}" dt="2025-07-28T16:30:11.832" v="10404" actId="790"/>
          <ac:spMkLst>
            <pc:docMk/>
            <pc:sldMk cId="3785555200" sldId="274"/>
            <ac:spMk id="2" creationId="{5C9AA1CA-C0AD-CF4C-3E9B-BCB2268CBD27}"/>
          </ac:spMkLst>
        </pc:spChg>
        <pc:spChg chg="mod">
          <ac:chgData name="Andrew Poile" userId="53c576f9-3c21-4dca-99c9-0af1115fe0f0" providerId="ADAL" clId="{A4474AC1-69A8-440D-AC00-B0EACDF8E7C7}" dt="2025-07-28T16:30:11.832" v="10404" actId="790"/>
          <ac:spMkLst>
            <pc:docMk/>
            <pc:sldMk cId="3785555200" sldId="274"/>
            <ac:spMk id="3" creationId="{24F1E8EA-A3FE-3C41-6AFF-2857AEA4FA48}"/>
          </ac:spMkLst>
        </pc:spChg>
      </pc:sldChg>
      <pc:sldChg chg="modSp new mod">
        <pc:chgData name="Andrew Poile" userId="53c576f9-3c21-4dca-99c9-0af1115fe0f0" providerId="ADAL" clId="{A4474AC1-69A8-440D-AC00-B0EACDF8E7C7}" dt="2025-07-28T16:30:11.832" v="10404" actId="790"/>
        <pc:sldMkLst>
          <pc:docMk/>
          <pc:sldMk cId="1441205363" sldId="275"/>
        </pc:sldMkLst>
        <pc:spChg chg="mod">
          <ac:chgData name="Andrew Poile" userId="53c576f9-3c21-4dca-99c9-0af1115fe0f0" providerId="ADAL" clId="{A4474AC1-69A8-440D-AC00-B0EACDF8E7C7}" dt="2025-07-28T16:30:11.832" v="10404" actId="790"/>
          <ac:spMkLst>
            <pc:docMk/>
            <pc:sldMk cId="1441205363" sldId="275"/>
            <ac:spMk id="2" creationId="{E1DDBD84-87DC-374C-7057-20317DF436F4}"/>
          </ac:spMkLst>
        </pc:spChg>
        <pc:spChg chg="mod">
          <ac:chgData name="Andrew Poile" userId="53c576f9-3c21-4dca-99c9-0af1115fe0f0" providerId="ADAL" clId="{A4474AC1-69A8-440D-AC00-B0EACDF8E7C7}" dt="2025-07-28T16:30:11.832" v="10404" actId="790"/>
          <ac:spMkLst>
            <pc:docMk/>
            <pc:sldMk cId="1441205363" sldId="275"/>
            <ac:spMk id="3" creationId="{9B773FAD-1CE1-5F37-782E-B9A17B494901}"/>
          </ac:spMkLst>
        </pc:spChg>
      </pc:sldChg>
      <pc:sldChg chg="modSp new mod">
        <pc:chgData name="Andrew Poile" userId="53c576f9-3c21-4dca-99c9-0af1115fe0f0" providerId="ADAL" clId="{A4474AC1-69A8-440D-AC00-B0EACDF8E7C7}" dt="2025-07-28T16:30:11.832" v="10404" actId="790"/>
        <pc:sldMkLst>
          <pc:docMk/>
          <pc:sldMk cId="1208958708" sldId="276"/>
        </pc:sldMkLst>
        <pc:spChg chg="mod">
          <ac:chgData name="Andrew Poile" userId="53c576f9-3c21-4dca-99c9-0af1115fe0f0" providerId="ADAL" clId="{A4474AC1-69A8-440D-AC00-B0EACDF8E7C7}" dt="2025-07-28T16:30:11.832" v="10404" actId="790"/>
          <ac:spMkLst>
            <pc:docMk/>
            <pc:sldMk cId="1208958708" sldId="276"/>
            <ac:spMk id="2" creationId="{A3E816BC-8C29-2F27-3484-848C0526770D}"/>
          </ac:spMkLst>
        </pc:spChg>
        <pc:spChg chg="mod">
          <ac:chgData name="Andrew Poile" userId="53c576f9-3c21-4dca-99c9-0af1115fe0f0" providerId="ADAL" clId="{A4474AC1-69A8-440D-AC00-B0EACDF8E7C7}" dt="2025-07-28T16:30:11.832" v="10404" actId="790"/>
          <ac:spMkLst>
            <pc:docMk/>
            <pc:sldMk cId="1208958708" sldId="276"/>
            <ac:spMk id="3" creationId="{99198D62-CE1D-CCF0-9278-6624233B3D0A}"/>
          </ac:spMkLst>
        </pc:spChg>
      </pc:sldChg>
      <pc:sldChg chg="modSp new mod">
        <pc:chgData name="Andrew Poile" userId="53c576f9-3c21-4dca-99c9-0af1115fe0f0" providerId="ADAL" clId="{A4474AC1-69A8-440D-AC00-B0EACDF8E7C7}" dt="2025-07-28T16:30:11.832" v="10404" actId="790"/>
        <pc:sldMkLst>
          <pc:docMk/>
          <pc:sldMk cId="1324223249" sldId="277"/>
        </pc:sldMkLst>
        <pc:spChg chg="mod">
          <ac:chgData name="Andrew Poile" userId="53c576f9-3c21-4dca-99c9-0af1115fe0f0" providerId="ADAL" clId="{A4474AC1-69A8-440D-AC00-B0EACDF8E7C7}" dt="2025-07-28T16:30:11.832" v="10404" actId="790"/>
          <ac:spMkLst>
            <pc:docMk/>
            <pc:sldMk cId="1324223249" sldId="277"/>
            <ac:spMk id="2" creationId="{F7E23B80-F632-F4DA-140F-A2ACD8789404}"/>
          </ac:spMkLst>
        </pc:spChg>
        <pc:spChg chg="mod">
          <ac:chgData name="Andrew Poile" userId="53c576f9-3c21-4dca-99c9-0af1115fe0f0" providerId="ADAL" clId="{A4474AC1-69A8-440D-AC00-B0EACDF8E7C7}" dt="2025-07-28T16:30:11.832" v="10404" actId="790"/>
          <ac:spMkLst>
            <pc:docMk/>
            <pc:sldMk cId="1324223249" sldId="277"/>
            <ac:spMk id="3" creationId="{D18D0F3D-DE79-1D05-B29C-E1A4F24A4A22}"/>
          </ac:spMkLst>
        </pc:spChg>
      </pc:sldChg>
      <pc:sldChg chg="addSp delSp modSp new mod setBg setClrOvrMap">
        <pc:chgData name="Andrew Poile" userId="53c576f9-3c21-4dca-99c9-0af1115fe0f0" providerId="ADAL" clId="{A4474AC1-69A8-440D-AC00-B0EACDF8E7C7}" dt="2025-07-28T16:30:11.832" v="10404" actId="790"/>
        <pc:sldMkLst>
          <pc:docMk/>
          <pc:sldMk cId="4277898901" sldId="278"/>
        </pc:sldMkLst>
        <pc:spChg chg="mod">
          <ac:chgData name="Andrew Poile" userId="53c576f9-3c21-4dca-99c9-0af1115fe0f0" providerId="ADAL" clId="{A4474AC1-69A8-440D-AC00-B0EACDF8E7C7}" dt="2025-07-28T16:30:11.832" v="10404" actId="790"/>
          <ac:spMkLst>
            <pc:docMk/>
            <pc:sldMk cId="4277898901" sldId="278"/>
            <ac:spMk id="2" creationId="{8DDCC584-627B-78DE-EA4C-5620791563AF}"/>
          </ac:spMkLst>
        </pc:spChg>
        <pc:spChg chg="add mod">
          <ac:chgData name="Andrew Poile" userId="53c576f9-3c21-4dca-99c9-0af1115fe0f0" providerId="ADAL" clId="{A4474AC1-69A8-440D-AC00-B0EACDF8E7C7}" dt="2025-07-28T16:30:11.832" v="10404" actId="790"/>
          <ac:spMkLst>
            <pc:docMk/>
            <pc:sldMk cId="4277898901" sldId="278"/>
            <ac:spMk id="13" creationId="{33E93247-6229-44AB-A550-739E971E690B}"/>
          </ac:spMkLst>
        </pc:spChg>
        <pc:spChg chg="add mod">
          <ac:chgData name="Andrew Poile" userId="53c576f9-3c21-4dca-99c9-0af1115fe0f0" providerId="ADAL" clId="{A4474AC1-69A8-440D-AC00-B0EACDF8E7C7}" dt="2025-07-28T16:30:11.832" v="10404" actId="790"/>
          <ac:spMkLst>
            <pc:docMk/>
            <pc:sldMk cId="4277898901" sldId="278"/>
            <ac:spMk id="15" creationId="{6BB6B482-ACCA-4938-8AEA-49D525C17221}"/>
          </ac:spMkLst>
        </pc:spChg>
        <pc:picChg chg="add">
          <ac:chgData name="Andrew Poile" userId="53c576f9-3c21-4dca-99c9-0af1115fe0f0" providerId="ADAL" clId="{A4474AC1-69A8-440D-AC00-B0EACDF8E7C7}" dt="2025-07-21T14:13:53.250" v="8437" actId="26606"/>
          <ac:picMkLst>
            <pc:docMk/>
            <pc:sldMk cId="4277898901" sldId="278"/>
            <ac:picMk id="5" creationId="{14B7994D-B504-23E3-4CB2-EAC17AE2B3A0}"/>
          </ac:picMkLst>
        </pc:picChg>
        <pc:cxnChg chg="add">
          <ac:chgData name="Andrew Poile" userId="53c576f9-3c21-4dca-99c9-0af1115fe0f0" providerId="ADAL" clId="{A4474AC1-69A8-440D-AC00-B0EACDF8E7C7}" dt="2025-07-21T14:13:53.250" v="8437" actId="26606"/>
          <ac:cxnSpMkLst>
            <pc:docMk/>
            <pc:sldMk cId="4277898901" sldId="278"/>
            <ac:cxnSpMk id="9" creationId="{F64F9B95-9045-48D2-B9F3-2927E98F54AA}"/>
          </ac:cxnSpMkLst>
        </pc:cxnChg>
        <pc:cxnChg chg="add">
          <ac:chgData name="Andrew Poile" userId="53c576f9-3c21-4dca-99c9-0af1115fe0f0" providerId="ADAL" clId="{A4474AC1-69A8-440D-AC00-B0EACDF8E7C7}" dt="2025-07-21T14:13:53.250" v="8437" actId="26606"/>
          <ac:cxnSpMkLst>
            <pc:docMk/>
            <pc:sldMk cId="4277898901" sldId="278"/>
            <ac:cxnSpMk id="11" creationId="{085AA86F-6A4D-4BCB-A045-D992CDC2959B}"/>
          </ac:cxnSpMkLst>
        </pc:cxnChg>
        <pc:cxnChg chg="add">
          <ac:chgData name="Andrew Poile" userId="53c576f9-3c21-4dca-99c9-0af1115fe0f0" providerId="ADAL" clId="{A4474AC1-69A8-440D-AC00-B0EACDF8E7C7}" dt="2025-07-21T14:13:53.250" v="8437" actId="26606"/>
          <ac:cxnSpMkLst>
            <pc:docMk/>
            <pc:sldMk cId="4277898901" sldId="278"/>
            <ac:cxnSpMk id="17" creationId="{EE2E603F-4A95-4FE8-BB06-211DFD75DBEF}"/>
          </ac:cxnSpMkLst>
        </pc:cxnChg>
      </pc:sldChg>
      <pc:sldChg chg="modSp new mod">
        <pc:chgData name="Andrew Poile" userId="53c576f9-3c21-4dca-99c9-0af1115fe0f0" providerId="ADAL" clId="{A4474AC1-69A8-440D-AC00-B0EACDF8E7C7}" dt="2025-07-28T16:30:11.832" v="10404" actId="790"/>
        <pc:sldMkLst>
          <pc:docMk/>
          <pc:sldMk cId="2813690471" sldId="279"/>
        </pc:sldMkLst>
        <pc:spChg chg="mod">
          <ac:chgData name="Andrew Poile" userId="53c576f9-3c21-4dca-99c9-0af1115fe0f0" providerId="ADAL" clId="{A4474AC1-69A8-440D-AC00-B0EACDF8E7C7}" dt="2025-07-28T16:30:11.832" v="10404" actId="790"/>
          <ac:spMkLst>
            <pc:docMk/>
            <pc:sldMk cId="2813690471" sldId="279"/>
            <ac:spMk id="2" creationId="{BF1465DD-B858-A889-EE05-6AABE6AC1D87}"/>
          </ac:spMkLst>
        </pc:spChg>
        <pc:spChg chg="mod">
          <ac:chgData name="Andrew Poile" userId="53c576f9-3c21-4dca-99c9-0af1115fe0f0" providerId="ADAL" clId="{A4474AC1-69A8-440D-AC00-B0EACDF8E7C7}" dt="2025-07-28T16:30:11.832" v="10404" actId="790"/>
          <ac:spMkLst>
            <pc:docMk/>
            <pc:sldMk cId="2813690471" sldId="279"/>
            <ac:spMk id="3" creationId="{F4832822-5B55-C6F3-A0CB-E49C690FBCDC}"/>
          </ac:spMkLst>
        </pc:spChg>
      </pc:sldChg>
      <pc:sldChg chg="modSp new mod">
        <pc:chgData name="Andrew Poile" userId="53c576f9-3c21-4dca-99c9-0af1115fe0f0" providerId="ADAL" clId="{A4474AC1-69A8-440D-AC00-B0EACDF8E7C7}" dt="2025-07-28T16:30:11.832" v="10404" actId="790"/>
        <pc:sldMkLst>
          <pc:docMk/>
          <pc:sldMk cId="1303970755" sldId="280"/>
        </pc:sldMkLst>
        <pc:spChg chg="mod">
          <ac:chgData name="Andrew Poile" userId="53c576f9-3c21-4dca-99c9-0af1115fe0f0" providerId="ADAL" clId="{A4474AC1-69A8-440D-AC00-B0EACDF8E7C7}" dt="2025-07-28T16:30:11.832" v="10404" actId="790"/>
          <ac:spMkLst>
            <pc:docMk/>
            <pc:sldMk cId="1303970755" sldId="280"/>
            <ac:spMk id="2" creationId="{7271B441-48DF-412B-656B-71648E80D77D}"/>
          </ac:spMkLst>
        </pc:spChg>
        <pc:spChg chg="mod">
          <ac:chgData name="Andrew Poile" userId="53c576f9-3c21-4dca-99c9-0af1115fe0f0" providerId="ADAL" clId="{A4474AC1-69A8-440D-AC00-B0EACDF8E7C7}" dt="2025-07-28T16:30:11.832" v="10404" actId="790"/>
          <ac:spMkLst>
            <pc:docMk/>
            <pc:sldMk cId="1303970755" sldId="280"/>
            <ac:spMk id="3" creationId="{7F916264-32E3-EB61-AA70-29732360AB7D}"/>
          </ac:spMkLst>
        </pc:spChg>
      </pc:sldChg>
      <pc:sldChg chg="addSp delSp modSp new mod setBg setClrOvrMap">
        <pc:chgData name="Andrew Poile" userId="53c576f9-3c21-4dca-99c9-0af1115fe0f0" providerId="ADAL" clId="{A4474AC1-69A8-440D-AC00-B0EACDF8E7C7}" dt="2025-07-28T16:30:11.832" v="10404" actId="790"/>
        <pc:sldMkLst>
          <pc:docMk/>
          <pc:sldMk cId="886095011" sldId="281"/>
        </pc:sldMkLst>
        <pc:spChg chg="mod">
          <ac:chgData name="Andrew Poile" userId="53c576f9-3c21-4dca-99c9-0af1115fe0f0" providerId="ADAL" clId="{A4474AC1-69A8-440D-AC00-B0EACDF8E7C7}" dt="2025-07-28T16:30:11.832" v="10404" actId="790"/>
          <ac:spMkLst>
            <pc:docMk/>
            <pc:sldMk cId="886095011" sldId="281"/>
            <ac:spMk id="2" creationId="{DC070D2F-CF0D-7383-F2FF-A5F30CC63F57}"/>
          </ac:spMkLst>
        </pc:spChg>
        <pc:spChg chg="add mod">
          <ac:chgData name="Andrew Poile" userId="53c576f9-3c21-4dca-99c9-0af1115fe0f0" providerId="ADAL" clId="{A4474AC1-69A8-440D-AC00-B0EACDF8E7C7}" dt="2025-07-28T16:30:11.832" v="10404" actId="790"/>
          <ac:spMkLst>
            <pc:docMk/>
            <pc:sldMk cId="886095011" sldId="281"/>
            <ac:spMk id="12" creationId="{DEF92653-5D6D-47E6-8744-0DAF76E049C4}"/>
          </ac:spMkLst>
        </pc:spChg>
        <pc:cxnChg chg="add">
          <ac:chgData name="Andrew Poile" userId="53c576f9-3c21-4dca-99c9-0af1115fe0f0" providerId="ADAL" clId="{A4474AC1-69A8-440D-AC00-B0EACDF8E7C7}" dt="2025-07-23T12:44:15.522" v="9587" actId="26606"/>
          <ac:cxnSpMkLst>
            <pc:docMk/>
            <pc:sldMk cId="886095011" sldId="281"/>
            <ac:cxnSpMk id="8" creationId="{F64F9B95-9045-48D2-B9F3-2927E98F54AA}"/>
          </ac:cxnSpMkLst>
        </pc:cxnChg>
        <pc:cxnChg chg="add">
          <ac:chgData name="Andrew Poile" userId="53c576f9-3c21-4dca-99c9-0af1115fe0f0" providerId="ADAL" clId="{A4474AC1-69A8-440D-AC00-B0EACDF8E7C7}" dt="2025-07-23T12:44:15.522" v="9587" actId="26606"/>
          <ac:cxnSpMkLst>
            <pc:docMk/>
            <pc:sldMk cId="886095011" sldId="281"/>
            <ac:cxnSpMk id="10" creationId="{085AA86F-6A4D-4BCB-A045-D992CDC2959B}"/>
          </ac:cxnSpMkLst>
        </pc:cxnChg>
        <pc:cxnChg chg="add">
          <ac:chgData name="Andrew Poile" userId="53c576f9-3c21-4dca-99c9-0af1115fe0f0" providerId="ADAL" clId="{A4474AC1-69A8-440D-AC00-B0EACDF8E7C7}" dt="2025-07-23T12:44:15.522" v="9587" actId="26606"/>
          <ac:cxnSpMkLst>
            <pc:docMk/>
            <pc:sldMk cId="886095011" sldId="281"/>
            <ac:cxnSpMk id="14" creationId="{9CA98CE3-81A7-4FFE-A047-9AA65998D877}"/>
          </ac:cxnSpMkLst>
        </pc:cxnChg>
        <pc:cxnChg chg="add">
          <ac:chgData name="Andrew Poile" userId="53c576f9-3c21-4dca-99c9-0af1115fe0f0" providerId="ADAL" clId="{A4474AC1-69A8-440D-AC00-B0EACDF8E7C7}" dt="2025-07-23T12:44:15.522" v="9587" actId="26606"/>
          <ac:cxnSpMkLst>
            <pc:docMk/>
            <pc:sldMk cId="886095011" sldId="281"/>
            <ac:cxnSpMk id="16" creationId="{18D91C2B-BDB9-49BE-9C44-E0CFE597ABFE}"/>
          </ac:cxnSpMkLst>
        </pc:cxnChg>
      </pc:sldChg>
      <pc:sldChg chg="modSp new mod">
        <pc:chgData name="Andrew Poile" userId="53c576f9-3c21-4dca-99c9-0af1115fe0f0" providerId="ADAL" clId="{A4474AC1-69A8-440D-AC00-B0EACDF8E7C7}" dt="2025-07-28T16:30:11.832" v="10404" actId="790"/>
        <pc:sldMkLst>
          <pc:docMk/>
          <pc:sldMk cId="1372096136" sldId="282"/>
        </pc:sldMkLst>
        <pc:spChg chg="mod">
          <ac:chgData name="Andrew Poile" userId="53c576f9-3c21-4dca-99c9-0af1115fe0f0" providerId="ADAL" clId="{A4474AC1-69A8-440D-AC00-B0EACDF8E7C7}" dt="2025-07-28T16:30:11.832" v="10404" actId="790"/>
          <ac:spMkLst>
            <pc:docMk/>
            <pc:sldMk cId="1372096136" sldId="282"/>
            <ac:spMk id="2" creationId="{C98BD16E-81C9-F904-D0AB-43596D31C679}"/>
          </ac:spMkLst>
        </pc:spChg>
        <pc:spChg chg="mod">
          <ac:chgData name="Andrew Poile" userId="53c576f9-3c21-4dca-99c9-0af1115fe0f0" providerId="ADAL" clId="{A4474AC1-69A8-440D-AC00-B0EACDF8E7C7}" dt="2025-07-28T16:30:11.832" v="10404" actId="790"/>
          <ac:spMkLst>
            <pc:docMk/>
            <pc:sldMk cId="1372096136" sldId="282"/>
            <ac:spMk id="3" creationId="{788DD111-EFB9-94C5-6B25-37B3A59123B0}"/>
          </ac:spMkLst>
        </pc:spChg>
      </pc:sldChg>
      <pc:sldChg chg="modSp new del mod">
        <pc:chgData name="Andrew Poile" userId="53c576f9-3c21-4dca-99c9-0af1115fe0f0" providerId="ADAL" clId="{A4474AC1-69A8-440D-AC00-B0EACDF8E7C7}" dt="2025-07-28T16:17:23.226" v="9625" actId="2696"/>
        <pc:sldMkLst>
          <pc:docMk/>
          <pc:sldMk cId="4013957211" sldId="283"/>
        </pc:sldMkLst>
        <pc:spChg chg="mod">
          <ac:chgData name="Andrew Poile" userId="53c576f9-3c21-4dca-99c9-0af1115fe0f0" providerId="ADAL" clId="{A4474AC1-69A8-440D-AC00-B0EACDF8E7C7}" dt="2025-07-28T16:17:14.226" v="9623" actId="21"/>
          <ac:spMkLst>
            <pc:docMk/>
            <pc:sldMk cId="4013957211" sldId="283"/>
            <ac:spMk id="2" creationId="{DE4410A9-4CA6-4CAC-B40E-D8AF6835CF47}"/>
          </ac:spMkLst>
        </pc:spChg>
      </pc:sldChg>
      <pc:sldChg chg="addSp delSp add del setBg delDesignElem">
        <pc:chgData name="Andrew Poile" userId="53c576f9-3c21-4dca-99c9-0af1115fe0f0" providerId="ADAL" clId="{A4474AC1-69A8-440D-AC00-B0EACDF8E7C7}" dt="2025-07-28T16:16:58.470" v="9621"/>
        <pc:sldMkLst>
          <pc:docMk/>
          <pc:sldMk cId="1172620514" sldId="284"/>
        </pc:sldMkLst>
        <pc:spChg chg="add del">
          <ac:chgData name="Andrew Poile" userId="53c576f9-3c21-4dca-99c9-0af1115fe0f0" providerId="ADAL" clId="{A4474AC1-69A8-440D-AC00-B0EACDF8E7C7}" dt="2025-07-28T16:16:58.470" v="9621"/>
          <ac:spMkLst>
            <pc:docMk/>
            <pc:sldMk cId="1172620514" sldId="284"/>
            <ac:spMk id="12" creationId="{3FFE18EC-2834-2723-7882-92F5EB47DCD9}"/>
          </ac:spMkLst>
        </pc:spChg>
        <pc:cxnChg chg="add del">
          <ac:chgData name="Andrew Poile" userId="53c576f9-3c21-4dca-99c9-0af1115fe0f0" providerId="ADAL" clId="{A4474AC1-69A8-440D-AC00-B0EACDF8E7C7}" dt="2025-07-28T16:16:58.470" v="9621"/>
          <ac:cxnSpMkLst>
            <pc:docMk/>
            <pc:sldMk cId="1172620514" sldId="284"/>
            <ac:cxnSpMk id="8" creationId="{F7A4985C-7D91-5D17-502C-FFA1254F4EF2}"/>
          </ac:cxnSpMkLst>
        </pc:cxnChg>
        <pc:cxnChg chg="add del">
          <ac:chgData name="Andrew Poile" userId="53c576f9-3c21-4dca-99c9-0af1115fe0f0" providerId="ADAL" clId="{A4474AC1-69A8-440D-AC00-B0EACDF8E7C7}" dt="2025-07-28T16:16:58.470" v="9621"/>
          <ac:cxnSpMkLst>
            <pc:docMk/>
            <pc:sldMk cId="1172620514" sldId="284"/>
            <ac:cxnSpMk id="10" creationId="{F97C6222-3D40-E528-C5FE-EB7F6AA893E8}"/>
          </ac:cxnSpMkLst>
        </pc:cxnChg>
        <pc:cxnChg chg="add del">
          <ac:chgData name="Andrew Poile" userId="53c576f9-3c21-4dca-99c9-0af1115fe0f0" providerId="ADAL" clId="{A4474AC1-69A8-440D-AC00-B0EACDF8E7C7}" dt="2025-07-28T16:16:58.470" v="9621"/>
          <ac:cxnSpMkLst>
            <pc:docMk/>
            <pc:sldMk cId="1172620514" sldId="284"/>
            <ac:cxnSpMk id="14" creationId="{2E800624-E77A-1ACF-CE23-866F1B199CA2}"/>
          </ac:cxnSpMkLst>
        </pc:cxnChg>
        <pc:cxnChg chg="add del">
          <ac:chgData name="Andrew Poile" userId="53c576f9-3c21-4dca-99c9-0af1115fe0f0" providerId="ADAL" clId="{A4474AC1-69A8-440D-AC00-B0EACDF8E7C7}" dt="2025-07-28T16:16:58.470" v="9621"/>
          <ac:cxnSpMkLst>
            <pc:docMk/>
            <pc:sldMk cId="1172620514" sldId="284"/>
            <ac:cxnSpMk id="16" creationId="{52218985-A17C-D692-0FD5-40A69E73154A}"/>
          </ac:cxnSpMkLst>
        </pc:cxnChg>
      </pc:sldChg>
      <pc:sldChg chg="modSp add mod">
        <pc:chgData name="Andrew Poile" userId="53c576f9-3c21-4dca-99c9-0af1115fe0f0" providerId="ADAL" clId="{A4474AC1-69A8-440D-AC00-B0EACDF8E7C7}" dt="2025-07-28T16:30:11.832" v="10404" actId="790"/>
        <pc:sldMkLst>
          <pc:docMk/>
          <pc:sldMk cId="3283095121" sldId="284"/>
        </pc:sldMkLst>
        <pc:spChg chg="mod">
          <ac:chgData name="Andrew Poile" userId="53c576f9-3c21-4dca-99c9-0af1115fe0f0" providerId="ADAL" clId="{A4474AC1-69A8-440D-AC00-B0EACDF8E7C7}" dt="2025-07-28T16:30:11.832" v="10404" actId="790"/>
          <ac:spMkLst>
            <pc:docMk/>
            <pc:sldMk cId="3283095121" sldId="284"/>
            <ac:spMk id="2" creationId="{6E001410-5984-73B8-B57F-3810DA8B8F60}"/>
          </ac:spMkLst>
        </pc:spChg>
        <pc:spChg chg="mod">
          <ac:chgData name="Andrew Poile" userId="53c576f9-3c21-4dca-99c9-0af1115fe0f0" providerId="ADAL" clId="{A4474AC1-69A8-440D-AC00-B0EACDF8E7C7}" dt="2025-07-28T16:30:11.832" v="10404" actId="790"/>
          <ac:spMkLst>
            <pc:docMk/>
            <pc:sldMk cId="3283095121" sldId="284"/>
            <ac:spMk id="12" creationId="{DE23DAF1-F6F1-B626-C2B1-DBAF0462C05E}"/>
          </ac:spMkLst>
        </pc:spChg>
      </pc:sldChg>
      <pc:sldChg chg="modSp new mod">
        <pc:chgData name="Andrew Poile" userId="53c576f9-3c21-4dca-99c9-0af1115fe0f0" providerId="ADAL" clId="{A4474AC1-69A8-440D-AC00-B0EACDF8E7C7}" dt="2025-07-28T16:41:21.574" v="10799" actId="20577"/>
        <pc:sldMkLst>
          <pc:docMk/>
          <pc:sldMk cId="2403176040" sldId="285"/>
        </pc:sldMkLst>
        <pc:spChg chg="mod">
          <ac:chgData name="Andrew Poile" userId="53c576f9-3c21-4dca-99c9-0af1115fe0f0" providerId="ADAL" clId="{A4474AC1-69A8-440D-AC00-B0EACDF8E7C7}" dt="2025-07-28T16:30:11.832" v="10404" actId="790"/>
          <ac:spMkLst>
            <pc:docMk/>
            <pc:sldMk cId="2403176040" sldId="285"/>
            <ac:spMk id="2" creationId="{621E21A8-9979-4A4B-5E6E-52AA96431BC9}"/>
          </ac:spMkLst>
        </pc:spChg>
        <pc:spChg chg="mod">
          <ac:chgData name="Andrew Poile" userId="53c576f9-3c21-4dca-99c9-0af1115fe0f0" providerId="ADAL" clId="{A4474AC1-69A8-440D-AC00-B0EACDF8E7C7}" dt="2025-07-28T16:41:21.574" v="10799" actId="20577"/>
          <ac:spMkLst>
            <pc:docMk/>
            <pc:sldMk cId="2403176040" sldId="285"/>
            <ac:spMk id="3" creationId="{6C911CC1-C5FD-D170-DE71-DF9C9D66B551}"/>
          </ac:spMkLst>
        </pc:spChg>
      </pc:sldChg>
      <pc:sldChg chg="modSp new mod">
        <pc:chgData name="Andrew Poile" userId="53c576f9-3c21-4dca-99c9-0af1115fe0f0" providerId="ADAL" clId="{A4474AC1-69A8-440D-AC00-B0EACDF8E7C7}" dt="2025-07-28T16:47:46.301" v="11282" actId="20577"/>
        <pc:sldMkLst>
          <pc:docMk/>
          <pc:sldMk cId="233079038" sldId="286"/>
        </pc:sldMkLst>
        <pc:spChg chg="mod">
          <ac:chgData name="Andrew Poile" userId="53c576f9-3c21-4dca-99c9-0af1115fe0f0" providerId="ADAL" clId="{A4474AC1-69A8-440D-AC00-B0EACDF8E7C7}" dt="2025-07-28T16:41:26.970" v="10800" actId="6549"/>
          <ac:spMkLst>
            <pc:docMk/>
            <pc:sldMk cId="233079038" sldId="286"/>
            <ac:spMk id="2" creationId="{88FB18B4-971E-0CC6-B1AF-F462869C3CEB}"/>
          </ac:spMkLst>
        </pc:spChg>
        <pc:spChg chg="mod">
          <ac:chgData name="Andrew Poile" userId="53c576f9-3c21-4dca-99c9-0af1115fe0f0" providerId="ADAL" clId="{A4474AC1-69A8-440D-AC00-B0EACDF8E7C7}" dt="2025-07-28T16:47:46.301" v="11282" actId="20577"/>
          <ac:spMkLst>
            <pc:docMk/>
            <pc:sldMk cId="233079038" sldId="286"/>
            <ac:spMk id="3" creationId="{46942EA5-1766-3364-8B7B-AF865C844E3C}"/>
          </ac:spMkLst>
        </pc:spChg>
      </pc:sldChg>
      <pc:sldChg chg="new">
        <pc:chgData name="Andrew Poile" userId="53c576f9-3c21-4dca-99c9-0af1115fe0f0" providerId="ADAL" clId="{A4474AC1-69A8-440D-AC00-B0EACDF8E7C7}" dt="2025-07-29T15:52:25.579" v="11283" actId="680"/>
        <pc:sldMkLst>
          <pc:docMk/>
          <pc:sldMk cId="524229751" sldId="287"/>
        </pc:sldMkLst>
      </pc:sldChg>
      <pc:sldChg chg="modSp new mod">
        <pc:chgData name="Andrew Poile" userId="53c576f9-3c21-4dca-99c9-0af1115fe0f0" providerId="ADAL" clId="{A4474AC1-69A8-440D-AC00-B0EACDF8E7C7}" dt="2025-07-29T16:06:53.594" v="11555" actId="20577"/>
        <pc:sldMkLst>
          <pc:docMk/>
          <pc:sldMk cId="2131219602" sldId="288"/>
        </pc:sldMkLst>
        <pc:spChg chg="mod">
          <ac:chgData name="Andrew Poile" userId="53c576f9-3c21-4dca-99c9-0af1115fe0f0" providerId="ADAL" clId="{A4474AC1-69A8-440D-AC00-B0EACDF8E7C7}" dt="2025-07-29T15:54:19.174" v="11327" actId="404"/>
          <ac:spMkLst>
            <pc:docMk/>
            <pc:sldMk cId="2131219602" sldId="288"/>
            <ac:spMk id="2" creationId="{001F9407-B2AA-CF4B-C779-5800CEAC4A40}"/>
          </ac:spMkLst>
        </pc:spChg>
        <pc:spChg chg="mod">
          <ac:chgData name="Andrew Poile" userId="53c576f9-3c21-4dca-99c9-0af1115fe0f0" providerId="ADAL" clId="{A4474AC1-69A8-440D-AC00-B0EACDF8E7C7}" dt="2025-07-29T16:06:53.594" v="11555" actId="20577"/>
          <ac:spMkLst>
            <pc:docMk/>
            <pc:sldMk cId="2131219602" sldId="288"/>
            <ac:spMk id="3" creationId="{8A868901-6F07-79A8-2877-3E7A6E464F7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7/29/2025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1655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7/29/2025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65290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7/29/2025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34174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7/29/2025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78040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7/29/2025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62120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7/29/2025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15447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7/29/2025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19288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7/29/2025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15827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7/29/2025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85986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7/29/2025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67595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7/29/2025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6160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7/29/2025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0109596"/>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get-information-schools.service.gov.uk/"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D587E41-605C-A8E4-8BA5-0E0B3797C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4" name="Video 3" descr="Skyscrapers And Location Icons">
            <a:extLst>
              <a:ext uri="{FF2B5EF4-FFF2-40B4-BE49-F238E27FC236}">
                <a16:creationId xmlns:a16="http://schemas.microsoft.com/office/drawing/2014/main" id="{9670B69A-4DCD-0D56-1E4C-35E629F5EAD5}"/>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EBD48A03-0DF9-3063-CB15-1BC2AEC79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08385"/>
            <a:ext cx="12191999" cy="1949616"/>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78085EC0-6325-239D-F8B0-B56234EF091A}"/>
              </a:ext>
            </a:extLst>
          </p:cNvPr>
          <p:cNvSpPr>
            <a:spLocks noGrp="1"/>
          </p:cNvSpPr>
          <p:nvPr>
            <p:ph type="ctrTitle"/>
          </p:nvPr>
        </p:nvSpPr>
        <p:spPr>
          <a:xfrm>
            <a:off x="617365" y="5268812"/>
            <a:ext cx="7260542" cy="1228763"/>
          </a:xfrm>
        </p:spPr>
        <p:txBody>
          <a:bodyPr anchor="ctr">
            <a:normAutofit/>
          </a:bodyPr>
          <a:lstStyle/>
          <a:p>
            <a:pPr>
              <a:lnSpc>
                <a:spcPct val="90000"/>
              </a:lnSpc>
            </a:pPr>
            <a:r>
              <a:rPr lang="en-GB" sz="3800" noProof="0" dirty="0">
                <a:solidFill>
                  <a:srgbClr val="FFFFFF"/>
                </a:solidFill>
              </a:rPr>
              <a:t>Sustainable Resource Allocation in Urban Settings</a:t>
            </a:r>
          </a:p>
        </p:txBody>
      </p:sp>
      <p:sp>
        <p:nvSpPr>
          <p:cNvPr id="3" name="Subtitle 2">
            <a:extLst>
              <a:ext uri="{FF2B5EF4-FFF2-40B4-BE49-F238E27FC236}">
                <a16:creationId xmlns:a16="http://schemas.microsoft.com/office/drawing/2014/main" id="{E3D49905-4DD4-A6A3-7BA5-23138FA82059}"/>
              </a:ext>
            </a:extLst>
          </p:cNvPr>
          <p:cNvSpPr>
            <a:spLocks noGrp="1"/>
          </p:cNvSpPr>
          <p:nvPr>
            <p:ph type="subTitle" idx="1"/>
          </p:nvPr>
        </p:nvSpPr>
        <p:spPr>
          <a:xfrm>
            <a:off x="7877908" y="5268812"/>
            <a:ext cx="3808373" cy="1228763"/>
          </a:xfrm>
        </p:spPr>
        <p:txBody>
          <a:bodyPr anchor="ctr">
            <a:normAutofit/>
          </a:bodyPr>
          <a:lstStyle/>
          <a:p>
            <a:pPr algn="r"/>
            <a:r>
              <a:rPr lang="en-GB" noProof="0" dirty="0">
                <a:solidFill>
                  <a:srgbClr val="FFFFFF"/>
                </a:solidFill>
              </a:rPr>
              <a:t>Ongoing notes and progress</a:t>
            </a:r>
          </a:p>
        </p:txBody>
      </p:sp>
    </p:spTree>
    <p:extLst>
      <p:ext uri="{BB962C8B-B14F-4D97-AF65-F5344CB8AC3E}">
        <p14:creationId xmlns:p14="http://schemas.microsoft.com/office/powerpoint/2010/main" val="321352929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FB449-B8D4-F41A-E606-D656B74DDD27}"/>
              </a:ext>
            </a:extLst>
          </p:cNvPr>
          <p:cNvSpPr>
            <a:spLocks noGrp="1"/>
          </p:cNvSpPr>
          <p:nvPr>
            <p:ph type="title"/>
          </p:nvPr>
        </p:nvSpPr>
        <p:spPr/>
        <p:txBody>
          <a:bodyPr/>
          <a:lstStyle/>
          <a:p>
            <a:r>
              <a:rPr lang="en-GB" noProof="0" dirty="0"/>
              <a:t>Preference Representation</a:t>
            </a:r>
          </a:p>
        </p:txBody>
      </p:sp>
      <p:sp>
        <p:nvSpPr>
          <p:cNvPr id="3" name="Content Placeholder 2">
            <a:extLst>
              <a:ext uri="{FF2B5EF4-FFF2-40B4-BE49-F238E27FC236}">
                <a16:creationId xmlns:a16="http://schemas.microsoft.com/office/drawing/2014/main" id="{350A3763-9AE5-50A9-6C7A-EC0BA0C56562}"/>
              </a:ext>
            </a:extLst>
          </p:cNvPr>
          <p:cNvSpPr>
            <a:spLocks noGrp="1"/>
          </p:cNvSpPr>
          <p:nvPr>
            <p:ph idx="1"/>
          </p:nvPr>
        </p:nvSpPr>
        <p:spPr/>
        <p:txBody>
          <a:bodyPr/>
          <a:lstStyle/>
          <a:p>
            <a:r>
              <a:rPr lang="en-GB" noProof="0" dirty="0"/>
              <a:t>Cardinal – utility function etc</a:t>
            </a:r>
          </a:p>
          <a:p>
            <a:r>
              <a:rPr lang="en-GB" noProof="0" dirty="0"/>
              <a:t>Ordinal – binary relation with alternatives, usually transitive and complete (though human preferences may be non-transitive!)</a:t>
            </a:r>
          </a:p>
          <a:p>
            <a:r>
              <a:rPr lang="en-GB" noProof="0" dirty="0"/>
              <a:t>Binary – Good or bad</a:t>
            </a:r>
          </a:p>
          <a:p>
            <a:r>
              <a:rPr lang="en-GB" noProof="0" dirty="0"/>
              <a:t>Fuzzy – more general, expresses the degree to which one alternative is preferred over another (but not widely used)</a:t>
            </a:r>
          </a:p>
        </p:txBody>
      </p:sp>
    </p:spTree>
    <p:extLst>
      <p:ext uri="{BB962C8B-B14F-4D97-AF65-F5344CB8AC3E}">
        <p14:creationId xmlns:p14="http://schemas.microsoft.com/office/powerpoint/2010/main" val="193282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816BC-8C29-2F27-3484-848C0526770D}"/>
              </a:ext>
            </a:extLst>
          </p:cNvPr>
          <p:cNvSpPr>
            <a:spLocks noGrp="1"/>
          </p:cNvSpPr>
          <p:nvPr>
            <p:ph type="title"/>
          </p:nvPr>
        </p:nvSpPr>
        <p:spPr/>
        <p:txBody>
          <a:bodyPr>
            <a:normAutofit fontScale="90000"/>
          </a:bodyPr>
          <a:lstStyle/>
          <a:p>
            <a:r>
              <a:rPr lang="en-GB" noProof="0" dirty="0"/>
              <a:t>Equity measurement in facility location analysis: A review and framework (1993)</a:t>
            </a:r>
          </a:p>
        </p:txBody>
      </p:sp>
      <p:sp>
        <p:nvSpPr>
          <p:cNvPr id="3" name="Content Placeholder 2">
            <a:extLst>
              <a:ext uri="{FF2B5EF4-FFF2-40B4-BE49-F238E27FC236}">
                <a16:creationId xmlns:a16="http://schemas.microsoft.com/office/drawing/2014/main" id="{99198D62-CE1D-CCF0-9278-6624233B3D0A}"/>
              </a:ext>
            </a:extLst>
          </p:cNvPr>
          <p:cNvSpPr>
            <a:spLocks noGrp="1"/>
          </p:cNvSpPr>
          <p:nvPr>
            <p:ph idx="1"/>
          </p:nvPr>
        </p:nvSpPr>
        <p:spPr/>
        <p:txBody>
          <a:bodyPr/>
          <a:lstStyle/>
          <a:p>
            <a:endParaRPr lang="en-GB" noProof="0" dirty="0"/>
          </a:p>
        </p:txBody>
      </p:sp>
    </p:spTree>
    <p:extLst>
      <p:ext uri="{BB962C8B-B14F-4D97-AF65-F5344CB8AC3E}">
        <p14:creationId xmlns:p14="http://schemas.microsoft.com/office/powerpoint/2010/main" val="1208958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9268-5AD4-F585-349B-7D5F254F8658}"/>
              </a:ext>
            </a:extLst>
          </p:cNvPr>
          <p:cNvSpPr>
            <a:spLocks noGrp="1"/>
          </p:cNvSpPr>
          <p:nvPr>
            <p:ph type="title"/>
          </p:nvPr>
        </p:nvSpPr>
        <p:spPr/>
        <p:txBody>
          <a:bodyPr>
            <a:normAutofit fontScale="90000"/>
          </a:bodyPr>
          <a:lstStyle/>
          <a:p>
            <a:r>
              <a:rPr lang="en-GB" noProof="0" dirty="0"/>
              <a:t>How school choice works in the UK</a:t>
            </a:r>
            <a:br>
              <a:rPr lang="en-GB" noProof="0" dirty="0"/>
            </a:br>
            <a:r>
              <a:rPr lang="en-GB" noProof="0" dirty="0"/>
              <a:t>(According to the House of Commons Library)</a:t>
            </a:r>
          </a:p>
        </p:txBody>
      </p:sp>
      <p:sp>
        <p:nvSpPr>
          <p:cNvPr id="3" name="Content Placeholder 2">
            <a:extLst>
              <a:ext uri="{FF2B5EF4-FFF2-40B4-BE49-F238E27FC236}">
                <a16:creationId xmlns:a16="http://schemas.microsoft.com/office/drawing/2014/main" id="{3DEE1A6D-DB2E-6DBE-3675-EBF46B4F8C35}"/>
              </a:ext>
            </a:extLst>
          </p:cNvPr>
          <p:cNvSpPr>
            <a:spLocks noGrp="1"/>
          </p:cNvSpPr>
          <p:nvPr>
            <p:ph idx="1"/>
          </p:nvPr>
        </p:nvSpPr>
        <p:spPr/>
        <p:txBody>
          <a:bodyPr>
            <a:normAutofit fontScale="92500" lnSpcReduction="10000"/>
          </a:bodyPr>
          <a:lstStyle/>
          <a:p>
            <a:r>
              <a:rPr lang="en-GB" noProof="0" dirty="0"/>
              <a:t>For state funded schools</a:t>
            </a:r>
          </a:p>
          <a:p>
            <a:r>
              <a:rPr lang="en-GB" noProof="0" dirty="0"/>
              <a:t>Children may begin school the September after they turn 4, but need not attend until the September after they turn 5</a:t>
            </a:r>
          </a:p>
          <a:p>
            <a:r>
              <a:rPr lang="en-GB" noProof="0" dirty="0"/>
              <a:t>Parents and carers may express preferences for particular schools – if the school is undersubscribed the school must usually be offered a place</a:t>
            </a:r>
          </a:p>
          <a:p>
            <a:r>
              <a:rPr lang="en-GB" noProof="0" dirty="0"/>
              <a:t>No automatic allocation</a:t>
            </a:r>
          </a:p>
          <a:p>
            <a:r>
              <a:rPr lang="en-GB" noProof="0" dirty="0"/>
              <a:t>If unallocated, parents have the right to appeal, remain on waiting lists for schools they applied for, join the waiting list for schools they didn’t apply for, or home-school their children.</a:t>
            </a:r>
          </a:p>
          <a:p>
            <a:r>
              <a:rPr lang="en-GB" noProof="0" dirty="0"/>
              <a:t>Parents from some ethnic minority groups and Pupil Premium eligible students’ parents are less likely to secure their first choice secondary school using the appeals and waiting list system</a:t>
            </a:r>
          </a:p>
        </p:txBody>
      </p:sp>
    </p:spTree>
    <p:extLst>
      <p:ext uri="{BB962C8B-B14F-4D97-AF65-F5344CB8AC3E}">
        <p14:creationId xmlns:p14="http://schemas.microsoft.com/office/powerpoint/2010/main" val="3838736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23B80-F632-F4DA-140F-A2ACD8789404}"/>
              </a:ext>
            </a:extLst>
          </p:cNvPr>
          <p:cNvSpPr>
            <a:spLocks noGrp="1"/>
          </p:cNvSpPr>
          <p:nvPr>
            <p:ph type="title"/>
          </p:nvPr>
        </p:nvSpPr>
        <p:spPr/>
        <p:txBody>
          <a:bodyPr>
            <a:normAutofit fontScale="90000"/>
          </a:bodyPr>
          <a:lstStyle/>
          <a:p>
            <a:r>
              <a:rPr lang="en-GB" noProof="0" dirty="0"/>
              <a:t>How school choice works in the UK</a:t>
            </a:r>
            <a:br>
              <a:rPr lang="en-GB" noProof="0" dirty="0"/>
            </a:br>
            <a:r>
              <a:rPr lang="en-GB" noProof="0" dirty="0"/>
              <a:t>(According to the House of Commons Library)</a:t>
            </a:r>
          </a:p>
        </p:txBody>
      </p:sp>
      <p:sp>
        <p:nvSpPr>
          <p:cNvPr id="3" name="Content Placeholder 2">
            <a:extLst>
              <a:ext uri="{FF2B5EF4-FFF2-40B4-BE49-F238E27FC236}">
                <a16:creationId xmlns:a16="http://schemas.microsoft.com/office/drawing/2014/main" id="{D18D0F3D-DE79-1D05-B29C-E1A4F24A4A22}"/>
              </a:ext>
            </a:extLst>
          </p:cNvPr>
          <p:cNvSpPr>
            <a:spLocks noGrp="1"/>
          </p:cNvSpPr>
          <p:nvPr>
            <p:ph idx="1"/>
          </p:nvPr>
        </p:nvSpPr>
        <p:spPr/>
        <p:txBody>
          <a:bodyPr/>
          <a:lstStyle/>
          <a:p>
            <a:endParaRPr lang="en-GB" noProof="0" dirty="0"/>
          </a:p>
        </p:txBody>
      </p:sp>
    </p:spTree>
    <p:extLst>
      <p:ext uri="{BB962C8B-B14F-4D97-AF65-F5344CB8AC3E}">
        <p14:creationId xmlns:p14="http://schemas.microsoft.com/office/powerpoint/2010/main" val="1324223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5" name="Picture 4" descr="Complex math formulas on a blackboard">
            <a:extLst>
              <a:ext uri="{FF2B5EF4-FFF2-40B4-BE49-F238E27FC236}">
                <a16:creationId xmlns:a16="http://schemas.microsoft.com/office/drawing/2014/main" id="{F7219549-C919-5FF4-FD64-64255684FBA0}"/>
              </a:ext>
            </a:extLst>
          </p:cNvPr>
          <p:cNvPicPr>
            <a:picLocks noChangeAspect="1"/>
          </p:cNvPicPr>
          <p:nvPr/>
        </p:nvPicPr>
        <p:blipFill>
          <a:blip r:embed="rId2"/>
          <a:srcRect t="18208" b="4737"/>
          <a:stretch>
            <a:fillRect/>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612349FF-7742-42ED-ADF3-238B5DDD1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4237318"/>
            <a:ext cx="12188952" cy="2620682"/>
          </a:xfrm>
          <a:prstGeom prst="rect">
            <a:avLst/>
          </a:prstGeom>
          <a:gradFill>
            <a:gsLst>
              <a:gs pos="42000">
                <a:srgbClr val="000000">
                  <a:alpha val="14000"/>
                </a:srgbClr>
              </a:gs>
              <a:gs pos="0">
                <a:srgbClr val="000000">
                  <a:alpha val="0"/>
                </a:srgbClr>
              </a:gs>
              <a:gs pos="100000">
                <a:srgbClr val="000000">
                  <a:alpha val="31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8894FA37-C5A4-2394-E201-84EF5EEB8AB3}"/>
              </a:ext>
            </a:extLst>
          </p:cNvPr>
          <p:cNvSpPr>
            <a:spLocks noGrp="1"/>
          </p:cNvSpPr>
          <p:nvPr>
            <p:ph type="title"/>
          </p:nvPr>
        </p:nvSpPr>
        <p:spPr>
          <a:xfrm>
            <a:off x="705158" y="5528235"/>
            <a:ext cx="10696574" cy="770964"/>
          </a:xfrm>
        </p:spPr>
        <p:txBody>
          <a:bodyPr vert="horz" lIns="91440" tIns="45720" rIns="91440" bIns="45720" rtlCol="0" anchor="b">
            <a:normAutofit/>
          </a:bodyPr>
          <a:lstStyle/>
          <a:p>
            <a:r>
              <a:rPr lang="en-GB" noProof="0" dirty="0">
                <a:solidFill>
                  <a:srgbClr val="FFFFFF"/>
                </a:solidFill>
              </a:rPr>
              <a:t>Effects of school choice</a:t>
            </a:r>
          </a:p>
        </p:txBody>
      </p:sp>
    </p:spTree>
    <p:extLst>
      <p:ext uri="{BB962C8B-B14F-4D97-AF65-F5344CB8AC3E}">
        <p14:creationId xmlns:p14="http://schemas.microsoft.com/office/powerpoint/2010/main" val="351862536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46827-4C3B-CCA2-2131-BB012653039F}"/>
              </a:ext>
            </a:extLst>
          </p:cNvPr>
          <p:cNvSpPr>
            <a:spLocks noGrp="1"/>
          </p:cNvSpPr>
          <p:nvPr>
            <p:ph type="title"/>
          </p:nvPr>
        </p:nvSpPr>
        <p:spPr/>
        <p:txBody>
          <a:bodyPr/>
          <a:lstStyle/>
          <a:p>
            <a:r>
              <a:rPr lang="en-GB" noProof="0" dirty="0"/>
              <a:t>Effects of school choice</a:t>
            </a:r>
          </a:p>
        </p:txBody>
      </p:sp>
      <p:sp>
        <p:nvSpPr>
          <p:cNvPr id="3" name="Content Placeholder 2">
            <a:extLst>
              <a:ext uri="{FF2B5EF4-FFF2-40B4-BE49-F238E27FC236}">
                <a16:creationId xmlns:a16="http://schemas.microsoft.com/office/drawing/2014/main" id="{128D689A-5147-2170-9C8B-E78F55B84C56}"/>
              </a:ext>
            </a:extLst>
          </p:cNvPr>
          <p:cNvSpPr>
            <a:spLocks noGrp="1"/>
          </p:cNvSpPr>
          <p:nvPr>
            <p:ph idx="1"/>
          </p:nvPr>
        </p:nvSpPr>
        <p:spPr/>
        <p:txBody>
          <a:bodyPr/>
          <a:lstStyle/>
          <a:p>
            <a:r>
              <a:rPr lang="en-GB" noProof="0" dirty="0"/>
              <a:t>There is some controversy.</a:t>
            </a:r>
          </a:p>
          <a:p>
            <a:r>
              <a:rPr lang="en-GB" noProof="0" dirty="0"/>
              <a:t>Investigate the effects of school choice:</a:t>
            </a:r>
          </a:p>
          <a:p>
            <a:pPr lvl="1"/>
            <a:r>
              <a:rPr lang="en-GB" noProof="0" dirty="0"/>
              <a:t>Effect on the community (social),</a:t>
            </a:r>
          </a:p>
          <a:p>
            <a:pPr lvl="1"/>
            <a:r>
              <a:rPr lang="en-GB" noProof="0" dirty="0"/>
              <a:t>Effect on school improvement (economic),</a:t>
            </a:r>
          </a:p>
          <a:p>
            <a:pPr lvl="1"/>
            <a:r>
              <a:rPr lang="en-GB" noProof="0" dirty="0"/>
              <a:t>Effect on overall quality of education (social/economic),</a:t>
            </a:r>
          </a:p>
          <a:p>
            <a:pPr lvl="1"/>
            <a:r>
              <a:rPr lang="en-GB" noProof="0" dirty="0"/>
              <a:t>Effect on traffic, congestion, and air quality (environmental).</a:t>
            </a:r>
          </a:p>
        </p:txBody>
      </p:sp>
    </p:spTree>
    <p:extLst>
      <p:ext uri="{BB962C8B-B14F-4D97-AF65-F5344CB8AC3E}">
        <p14:creationId xmlns:p14="http://schemas.microsoft.com/office/powerpoint/2010/main" val="2496195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2ED27-1A0E-F60B-98AD-BE361A8C1069}"/>
              </a:ext>
            </a:extLst>
          </p:cNvPr>
          <p:cNvSpPr>
            <a:spLocks noGrp="1"/>
          </p:cNvSpPr>
          <p:nvPr>
            <p:ph type="title"/>
          </p:nvPr>
        </p:nvSpPr>
        <p:spPr/>
        <p:txBody>
          <a:bodyPr/>
          <a:lstStyle/>
          <a:p>
            <a:r>
              <a:rPr lang="en-GB" noProof="0" dirty="0"/>
              <a:t>Effects of School Choice</a:t>
            </a:r>
          </a:p>
        </p:txBody>
      </p:sp>
      <p:sp>
        <p:nvSpPr>
          <p:cNvPr id="3" name="Content Placeholder 2">
            <a:extLst>
              <a:ext uri="{FF2B5EF4-FFF2-40B4-BE49-F238E27FC236}">
                <a16:creationId xmlns:a16="http://schemas.microsoft.com/office/drawing/2014/main" id="{059C1E1F-3C77-4C91-86EA-19EF017B5B8F}"/>
              </a:ext>
            </a:extLst>
          </p:cNvPr>
          <p:cNvSpPr>
            <a:spLocks noGrp="1"/>
          </p:cNvSpPr>
          <p:nvPr>
            <p:ph idx="1"/>
          </p:nvPr>
        </p:nvSpPr>
        <p:spPr/>
        <p:txBody>
          <a:bodyPr/>
          <a:lstStyle/>
          <a:p>
            <a:r>
              <a:rPr lang="en-GB" noProof="0" dirty="0"/>
              <a:t>J.W. Hatfield et al. :Improving schools through school choice: A market design approach (2016)</a:t>
            </a:r>
          </a:p>
          <a:p>
            <a:pPr lvl="1"/>
            <a:r>
              <a:rPr lang="en-GB" noProof="0" dirty="0"/>
              <a:t>Primary criterion is that the mechanism “respects improvement,” which is to say: “…requires that the set of students assigned to a school is never worse for that school while that school is more preferred by students. If a school’s effort to improve its quality makes it more attractive to students, then requiring a school choice mechanism to assign a (weakly) better set of students to that school is a natural and mild condition in order for that school choice mechanism to incentivize that school to improve.”</a:t>
            </a:r>
          </a:p>
          <a:p>
            <a:pPr lvl="1"/>
            <a:r>
              <a:rPr lang="en-GB" noProof="0" dirty="0"/>
              <a:t>They find that no mechanism respects improvement in general, but stable mechanisms (like deferred acceptance) respect improvements in large markets.</a:t>
            </a:r>
          </a:p>
        </p:txBody>
      </p:sp>
    </p:spTree>
    <p:extLst>
      <p:ext uri="{BB962C8B-B14F-4D97-AF65-F5344CB8AC3E}">
        <p14:creationId xmlns:p14="http://schemas.microsoft.com/office/powerpoint/2010/main" val="4044997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14481-46F1-AF8C-4350-402B73E71D99}"/>
              </a:ext>
            </a:extLst>
          </p:cNvPr>
          <p:cNvSpPr>
            <a:spLocks noGrp="1"/>
          </p:cNvSpPr>
          <p:nvPr>
            <p:ph type="title"/>
          </p:nvPr>
        </p:nvSpPr>
        <p:spPr/>
        <p:txBody>
          <a:bodyPr/>
          <a:lstStyle/>
          <a:p>
            <a:r>
              <a:rPr lang="en-GB" noProof="0" dirty="0"/>
              <a:t>Effects of school choice</a:t>
            </a:r>
          </a:p>
        </p:txBody>
      </p:sp>
      <p:sp>
        <p:nvSpPr>
          <p:cNvPr id="3" name="Content Placeholder 2">
            <a:extLst>
              <a:ext uri="{FF2B5EF4-FFF2-40B4-BE49-F238E27FC236}">
                <a16:creationId xmlns:a16="http://schemas.microsoft.com/office/drawing/2014/main" id="{AEFC6591-82A1-57E5-A2AD-C5C962597B3F}"/>
              </a:ext>
            </a:extLst>
          </p:cNvPr>
          <p:cNvSpPr>
            <a:spLocks noGrp="1"/>
          </p:cNvSpPr>
          <p:nvPr>
            <p:ph idx="1"/>
          </p:nvPr>
        </p:nvSpPr>
        <p:spPr/>
        <p:txBody>
          <a:bodyPr/>
          <a:lstStyle/>
          <a:p>
            <a:r>
              <a:rPr lang="en-GB" noProof="0" dirty="0"/>
              <a:t>Christopher Avery and Parag A. Pathak: The Distributional Consequences of Public School Choice (2021)</a:t>
            </a:r>
          </a:p>
          <a:p>
            <a:pPr lvl="1"/>
            <a:r>
              <a:rPr lang="en-GB" noProof="0" dirty="0"/>
              <a:t>They find that school choice may induce “flight” in the highest and lowest types of a community due to subsequent changes in housing price, counteracting the desirable social mobility quality of the mechanism.</a:t>
            </a:r>
          </a:p>
          <a:p>
            <a:pPr lvl="1"/>
            <a:r>
              <a:rPr lang="en-GB" noProof="0" dirty="0"/>
              <a:t>They suggest the productive effects of school choice have not yet reached firm consensus.</a:t>
            </a:r>
          </a:p>
          <a:p>
            <a:pPr lvl="1"/>
            <a:endParaRPr lang="en-GB" noProof="0" dirty="0"/>
          </a:p>
        </p:txBody>
      </p:sp>
    </p:spTree>
    <p:extLst>
      <p:ext uri="{BB962C8B-B14F-4D97-AF65-F5344CB8AC3E}">
        <p14:creationId xmlns:p14="http://schemas.microsoft.com/office/powerpoint/2010/main" val="2402254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09EBA-AC41-0484-CF3B-B8644D505935}"/>
              </a:ext>
            </a:extLst>
          </p:cNvPr>
          <p:cNvSpPr>
            <a:spLocks noGrp="1"/>
          </p:cNvSpPr>
          <p:nvPr>
            <p:ph type="title"/>
          </p:nvPr>
        </p:nvSpPr>
        <p:spPr/>
        <p:txBody>
          <a:bodyPr/>
          <a:lstStyle/>
          <a:p>
            <a:r>
              <a:rPr lang="en-GB" noProof="0" dirty="0"/>
              <a:t>Effects of school choice</a:t>
            </a:r>
          </a:p>
        </p:txBody>
      </p:sp>
      <p:sp>
        <p:nvSpPr>
          <p:cNvPr id="3" name="Content Placeholder 2">
            <a:extLst>
              <a:ext uri="{FF2B5EF4-FFF2-40B4-BE49-F238E27FC236}">
                <a16:creationId xmlns:a16="http://schemas.microsoft.com/office/drawing/2014/main" id="{0A9D55D3-5D03-4EB2-6876-058E708E2B90}"/>
              </a:ext>
            </a:extLst>
          </p:cNvPr>
          <p:cNvSpPr>
            <a:spLocks noGrp="1"/>
          </p:cNvSpPr>
          <p:nvPr>
            <p:ph idx="1"/>
          </p:nvPr>
        </p:nvSpPr>
        <p:spPr/>
        <p:txBody>
          <a:bodyPr/>
          <a:lstStyle/>
          <a:p>
            <a:r>
              <a:rPr lang="en-GB" noProof="0" dirty="0"/>
              <a:t>Improved school quality increases demand for homes and increases property values.</a:t>
            </a:r>
          </a:p>
          <a:p>
            <a:r>
              <a:rPr lang="en-GB" noProof="0" dirty="0"/>
              <a:t>Meeting with Reena:</a:t>
            </a:r>
          </a:p>
          <a:p>
            <a:pPr lvl="1"/>
            <a:r>
              <a:rPr lang="en-GB" noProof="0" dirty="0"/>
              <a:t>schools change their criteria a lot</a:t>
            </a:r>
          </a:p>
          <a:p>
            <a:pPr lvl="1"/>
            <a:r>
              <a:rPr lang="en-GB" noProof="0" dirty="0"/>
              <a:t> based on parents workplace</a:t>
            </a:r>
          </a:p>
          <a:p>
            <a:pPr lvl="1"/>
            <a:r>
              <a:rPr lang="en-GB" noProof="0" dirty="0"/>
              <a:t> sustainability takes a backseat </a:t>
            </a:r>
            <a:r>
              <a:rPr lang="en-GB" noProof="0" dirty="0" err="1"/>
              <a:t>bc</a:t>
            </a:r>
            <a:r>
              <a:rPr lang="en-GB" noProof="0" dirty="0"/>
              <a:t> parents mostly worry about workplace</a:t>
            </a:r>
          </a:p>
          <a:p>
            <a:pPr lvl="1"/>
            <a:r>
              <a:rPr lang="en-GB" noProof="0" dirty="0"/>
              <a:t> unfair since schools don't take the parents preference into account</a:t>
            </a:r>
          </a:p>
          <a:p>
            <a:pPr lvl="1"/>
            <a:r>
              <a:rPr lang="en-GB" noProof="0" dirty="0"/>
              <a:t> </a:t>
            </a:r>
            <a:r>
              <a:rPr lang="en-GB" noProof="0" dirty="0" err="1"/>
              <a:t>rightmove</a:t>
            </a:r>
            <a:r>
              <a:rPr lang="en-GB" noProof="0" dirty="0"/>
              <a:t> for property prices</a:t>
            </a:r>
          </a:p>
          <a:p>
            <a:pPr lvl="1"/>
            <a:r>
              <a:rPr lang="en-GB" noProof="0" dirty="0"/>
              <a:t> very strong factor on house price and demand</a:t>
            </a:r>
          </a:p>
          <a:p>
            <a:endParaRPr lang="en-GB" noProof="0" dirty="0"/>
          </a:p>
        </p:txBody>
      </p:sp>
    </p:spTree>
    <p:extLst>
      <p:ext uri="{BB962C8B-B14F-4D97-AF65-F5344CB8AC3E}">
        <p14:creationId xmlns:p14="http://schemas.microsoft.com/office/powerpoint/2010/main" val="1057578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1B441-48DF-412B-656B-71648E80D77D}"/>
              </a:ext>
            </a:extLst>
          </p:cNvPr>
          <p:cNvSpPr>
            <a:spLocks noGrp="1"/>
          </p:cNvSpPr>
          <p:nvPr>
            <p:ph type="title"/>
          </p:nvPr>
        </p:nvSpPr>
        <p:spPr/>
        <p:txBody>
          <a:bodyPr/>
          <a:lstStyle/>
          <a:p>
            <a:r>
              <a:rPr lang="en-GB" noProof="0" dirty="0"/>
              <a:t>Effects of school choice</a:t>
            </a:r>
          </a:p>
        </p:txBody>
      </p:sp>
      <p:sp>
        <p:nvSpPr>
          <p:cNvPr id="3" name="Content Placeholder 2">
            <a:extLst>
              <a:ext uri="{FF2B5EF4-FFF2-40B4-BE49-F238E27FC236}">
                <a16:creationId xmlns:a16="http://schemas.microsoft.com/office/drawing/2014/main" id="{7F916264-32E3-EB61-AA70-29732360AB7D}"/>
              </a:ext>
            </a:extLst>
          </p:cNvPr>
          <p:cNvSpPr>
            <a:spLocks noGrp="1"/>
          </p:cNvSpPr>
          <p:nvPr>
            <p:ph idx="1"/>
          </p:nvPr>
        </p:nvSpPr>
        <p:spPr/>
        <p:txBody>
          <a:bodyPr/>
          <a:lstStyle/>
          <a:p>
            <a:r>
              <a:rPr lang="en-GB" noProof="0" dirty="0"/>
              <a:t>Second meeting with Reena:</a:t>
            </a:r>
          </a:p>
          <a:p>
            <a:pPr lvl="1"/>
            <a:r>
              <a:rPr lang="en-GB" noProof="0" dirty="0"/>
              <a:t>SEN specialism is unofficially spread through social networks</a:t>
            </a:r>
          </a:p>
          <a:p>
            <a:pPr lvl="1"/>
            <a:r>
              <a:rPr lang="en-GB" noProof="0" dirty="0"/>
              <a:t>Appeals process in Hampshire vs Southampton for deferred entry are different – has an effect on parent residence</a:t>
            </a:r>
          </a:p>
          <a:p>
            <a:pPr lvl="1"/>
            <a:r>
              <a:rPr lang="en-GB" noProof="0" dirty="0"/>
              <a:t>Generally a feeling of a lack of information – website unclear, people are unsure as to what the mechanism is doing, confusing results, some parents seem tied to their catchment areas</a:t>
            </a:r>
          </a:p>
          <a:p>
            <a:pPr lvl="1"/>
            <a:r>
              <a:rPr lang="en-GB" noProof="0" dirty="0"/>
              <a:t>Need to ask for ethics process – Reena can put me in touch with parents now, and teachers later (school term)</a:t>
            </a:r>
          </a:p>
        </p:txBody>
      </p:sp>
    </p:spTree>
    <p:extLst>
      <p:ext uri="{BB962C8B-B14F-4D97-AF65-F5344CB8AC3E}">
        <p14:creationId xmlns:p14="http://schemas.microsoft.com/office/powerpoint/2010/main" val="1303970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0C20-B05D-9726-E6D4-53C05EF2415B}"/>
              </a:ext>
            </a:extLst>
          </p:cNvPr>
          <p:cNvSpPr>
            <a:spLocks noGrp="1"/>
          </p:cNvSpPr>
          <p:nvPr>
            <p:ph type="title"/>
          </p:nvPr>
        </p:nvSpPr>
        <p:spPr/>
        <p:txBody>
          <a:bodyPr>
            <a:normAutofit fontScale="90000"/>
          </a:bodyPr>
          <a:lstStyle/>
          <a:p>
            <a:r>
              <a:rPr lang="en-GB" noProof="0" dirty="0"/>
              <a:t>School Choice and Its Long-Term Impact on Social Mobility in Sweden</a:t>
            </a:r>
          </a:p>
        </p:txBody>
      </p:sp>
      <p:sp>
        <p:nvSpPr>
          <p:cNvPr id="3" name="Content Placeholder 2">
            <a:extLst>
              <a:ext uri="{FF2B5EF4-FFF2-40B4-BE49-F238E27FC236}">
                <a16:creationId xmlns:a16="http://schemas.microsoft.com/office/drawing/2014/main" id="{4A5511E9-3443-95CA-1FB6-61CD63756DF8}"/>
              </a:ext>
            </a:extLst>
          </p:cNvPr>
          <p:cNvSpPr>
            <a:spLocks noGrp="1"/>
          </p:cNvSpPr>
          <p:nvPr>
            <p:ph idx="1"/>
          </p:nvPr>
        </p:nvSpPr>
        <p:spPr/>
        <p:txBody>
          <a:bodyPr>
            <a:normAutofit fontScale="92500" lnSpcReduction="20000"/>
          </a:bodyPr>
          <a:lstStyle/>
          <a:p>
            <a:r>
              <a:rPr lang="en-GB" noProof="0" dirty="0"/>
              <a:t>The authors use registry data from </a:t>
            </a:r>
            <a:r>
              <a:rPr lang="en-GB" noProof="0" dirty="0" err="1"/>
              <a:t>Geosweden</a:t>
            </a:r>
            <a:r>
              <a:rPr lang="en-GB" noProof="0" dirty="0"/>
              <a:t> to look at 3 cohorts who finished school from 2000 to 2002, and followed for 12 years.</a:t>
            </a:r>
          </a:p>
          <a:p>
            <a:r>
              <a:rPr lang="en-GB" noProof="0" dirty="0"/>
              <a:t>Their dependent variable is the highest registered education level after 12 years.</a:t>
            </a:r>
          </a:p>
          <a:p>
            <a:r>
              <a:rPr lang="en-GB" noProof="0" dirty="0"/>
              <a:t>Real school attendance area and centralised data on school choice is not available.</a:t>
            </a:r>
          </a:p>
          <a:p>
            <a:pPr lvl="1"/>
            <a:r>
              <a:rPr lang="en-GB" noProof="0" dirty="0"/>
              <a:t>The authors approximate school attendance area using the Voronoi method: “We used school coordinates to create polygonal areas (Voronoi) around the schools using a GIS program (MapInfo).”</a:t>
            </a:r>
          </a:p>
          <a:p>
            <a:pPr lvl="1"/>
            <a:r>
              <a:rPr lang="en-GB" noProof="0" dirty="0"/>
              <a:t>School choice statistics are estimated based on student home address and school registration: “If the student was registered at the nearest school and lived in the corresponding attendance area, we assumed that no school choice had been made. If the student lived in one Voronoi area but was registered in a different school attendance area, we assumed that a school choice had been made.”</a:t>
            </a:r>
          </a:p>
          <a:p>
            <a:pPr lvl="1"/>
            <a:r>
              <a:rPr lang="en-GB" noProof="0" dirty="0"/>
              <a:t>They compare the Voronoi estimations (and some others) to a small set of schools which have available data on real school attendance area. They find 90.33% match with the real attendance area.</a:t>
            </a:r>
          </a:p>
        </p:txBody>
      </p:sp>
    </p:spTree>
    <p:extLst>
      <p:ext uri="{BB962C8B-B14F-4D97-AF65-F5344CB8AC3E}">
        <p14:creationId xmlns:p14="http://schemas.microsoft.com/office/powerpoint/2010/main" val="269303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68247-7BED-11F5-7BD2-B27D0839DE71}"/>
              </a:ext>
            </a:extLst>
          </p:cNvPr>
          <p:cNvSpPr>
            <a:spLocks noGrp="1"/>
          </p:cNvSpPr>
          <p:nvPr>
            <p:ph type="title"/>
          </p:nvPr>
        </p:nvSpPr>
        <p:spPr/>
        <p:txBody>
          <a:bodyPr>
            <a:normAutofit fontScale="90000"/>
          </a:bodyPr>
          <a:lstStyle/>
          <a:p>
            <a:r>
              <a:rPr lang="en-GB" noProof="0" dirty="0"/>
              <a:t>School Choice and Its Long-Term Impact on Social Mobility in Sweden</a:t>
            </a:r>
          </a:p>
        </p:txBody>
      </p:sp>
      <p:sp>
        <p:nvSpPr>
          <p:cNvPr id="3" name="Content Placeholder 2">
            <a:extLst>
              <a:ext uri="{FF2B5EF4-FFF2-40B4-BE49-F238E27FC236}">
                <a16:creationId xmlns:a16="http://schemas.microsoft.com/office/drawing/2014/main" id="{CF720E09-0784-ABD3-A31B-D147577EF4B1}"/>
              </a:ext>
            </a:extLst>
          </p:cNvPr>
          <p:cNvSpPr>
            <a:spLocks noGrp="1"/>
          </p:cNvSpPr>
          <p:nvPr>
            <p:ph idx="1"/>
          </p:nvPr>
        </p:nvSpPr>
        <p:spPr/>
        <p:txBody>
          <a:bodyPr/>
          <a:lstStyle/>
          <a:p>
            <a:r>
              <a:rPr lang="en-GB" noProof="0" dirty="0"/>
              <a:t>They conclude that in general, the data and model show that active choice reinforces school segregation, that is to say it exacerbates the differences between schools.</a:t>
            </a:r>
          </a:p>
          <a:p>
            <a:r>
              <a:rPr lang="en-GB" noProof="0" dirty="0"/>
              <a:t>They also find that in general, students that engaged in active choice had lower registered higher education levels than those that did not engage in active choice.</a:t>
            </a:r>
          </a:p>
          <a:p>
            <a:r>
              <a:rPr lang="en-GB" noProof="0" dirty="0"/>
              <a:t>The notable exception are the demographic of natively-born students with foreign-born parents who live in poorer residential areas; they achieved better results on average by engaging in active choice than those who did not.</a:t>
            </a:r>
          </a:p>
        </p:txBody>
      </p:sp>
    </p:spTree>
    <p:extLst>
      <p:ext uri="{BB962C8B-B14F-4D97-AF65-F5344CB8AC3E}">
        <p14:creationId xmlns:p14="http://schemas.microsoft.com/office/powerpoint/2010/main" val="3223573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26F39-652A-2AD9-88CB-A402C751E830}"/>
              </a:ext>
            </a:extLst>
          </p:cNvPr>
          <p:cNvSpPr>
            <a:spLocks noGrp="1"/>
          </p:cNvSpPr>
          <p:nvPr>
            <p:ph type="title"/>
          </p:nvPr>
        </p:nvSpPr>
        <p:spPr/>
        <p:txBody>
          <a:bodyPr>
            <a:noAutofit/>
          </a:bodyPr>
          <a:lstStyle/>
          <a:p>
            <a:r>
              <a:rPr lang="en-GB" sz="2800" noProof="0" dirty="0"/>
              <a:t>School Choice (And Diversity) in the UK since 1944:Continuity, Change, Divergence and School Selectivity</a:t>
            </a:r>
          </a:p>
        </p:txBody>
      </p:sp>
      <p:sp>
        <p:nvSpPr>
          <p:cNvPr id="3" name="Content Placeholder 2">
            <a:extLst>
              <a:ext uri="{FF2B5EF4-FFF2-40B4-BE49-F238E27FC236}">
                <a16:creationId xmlns:a16="http://schemas.microsoft.com/office/drawing/2014/main" id="{0C23823F-893F-B220-5BDE-29A075507C48}"/>
              </a:ext>
            </a:extLst>
          </p:cNvPr>
          <p:cNvSpPr>
            <a:spLocks noGrp="1"/>
          </p:cNvSpPr>
          <p:nvPr>
            <p:ph idx="1"/>
          </p:nvPr>
        </p:nvSpPr>
        <p:spPr/>
        <p:txBody>
          <a:bodyPr/>
          <a:lstStyle/>
          <a:p>
            <a:r>
              <a:rPr lang="en-GB" noProof="0" dirty="0"/>
              <a:t>“Although by no means the sole factor restricting parental choice, such structural constraints at the school level can serve to limit equality of access to schools and can increase socio-economic, ethnic and faith-based segregation. Equality of access is further compromised in circumstances where control of admissions rests with the body that governs the school: this not only adds to the complexity of the admissions process, but also raises concerns about the objectivity of the process as decisions are taken behind closed doors.”</a:t>
            </a:r>
          </a:p>
        </p:txBody>
      </p:sp>
    </p:spTree>
    <p:extLst>
      <p:ext uri="{BB962C8B-B14F-4D97-AF65-F5344CB8AC3E}">
        <p14:creationId xmlns:p14="http://schemas.microsoft.com/office/powerpoint/2010/main" val="3515660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0EF77-B675-63A5-D0AC-B383EE495C4B}"/>
              </a:ext>
            </a:extLst>
          </p:cNvPr>
          <p:cNvSpPr>
            <a:spLocks noGrp="1"/>
          </p:cNvSpPr>
          <p:nvPr>
            <p:ph type="title"/>
          </p:nvPr>
        </p:nvSpPr>
        <p:spPr/>
        <p:txBody>
          <a:bodyPr>
            <a:normAutofit fontScale="90000"/>
          </a:bodyPr>
          <a:lstStyle/>
          <a:p>
            <a:r>
              <a:rPr lang="en-GB" noProof="0" dirty="0"/>
              <a:t>School choice in England: evidence from national administrative data</a:t>
            </a:r>
          </a:p>
        </p:txBody>
      </p:sp>
      <p:sp>
        <p:nvSpPr>
          <p:cNvPr id="3" name="Content Placeholder 2">
            <a:extLst>
              <a:ext uri="{FF2B5EF4-FFF2-40B4-BE49-F238E27FC236}">
                <a16:creationId xmlns:a16="http://schemas.microsoft.com/office/drawing/2014/main" id="{8BA42EFF-97B3-9845-19AE-4187F6A24CDD}"/>
              </a:ext>
            </a:extLst>
          </p:cNvPr>
          <p:cNvSpPr>
            <a:spLocks noGrp="1"/>
          </p:cNvSpPr>
          <p:nvPr>
            <p:ph idx="1"/>
          </p:nvPr>
        </p:nvSpPr>
        <p:spPr/>
        <p:txBody>
          <a:bodyPr/>
          <a:lstStyle/>
          <a:p>
            <a:r>
              <a:rPr lang="en-GB" noProof="0" dirty="0"/>
              <a:t>The authors use administrative data to analyse school choice in the UK</a:t>
            </a:r>
          </a:p>
          <a:p>
            <a:r>
              <a:rPr lang="en-GB" noProof="0" dirty="0"/>
              <a:t>They find:</a:t>
            </a:r>
          </a:p>
          <a:p>
            <a:pPr lvl="1"/>
            <a:r>
              <a:rPr lang="en-GB" noProof="0" dirty="0"/>
              <a:t>A large proportion of parents make active choices, writing the maximum number choices in the form</a:t>
            </a:r>
          </a:p>
          <a:p>
            <a:pPr lvl="1"/>
            <a:r>
              <a:rPr lang="en-GB" noProof="0" dirty="0"/>
              <a:t>Only a minority choose their nearest school, with all types heterogeneously overlooking nearer schools that have poor academic quality</a:t>
            </a:r>
          </a:p>
          <a:p>
            <a:pPr lvl="1"/>
            <a:r>
              <a:rPr lang="en-GB" noProof="0" dirty="0"/>
              <a:t>Many parents make strategic, “safe” choices, which shows that many understand the system</a:t>
            </a:r>
          </a:p>
          <a:p>
            <a:pPr lvl="1"/>
            <a:r>
              <a:rPr lang="en-GB" noProof="0" dirty="0"/>
              <a:t>When offered multiple choices parents will make ambitious first picks, and the more choices they are offered, the more ambitious they are willing to be</a:t>
            </a:r>
          </a:p>
          <a:p>
            <a:pPr lvl="1"/>
            <a:r>
              <a:rPr lang="en-GB" noProof="0" dirty="0"/>
              <a:t>They propose that proximity-based oversubscription criteria may be the driver of strategic choice, residential segregation, and unequal access to schools</a:t>
            </a:r>
          </a:p>
        </p:txBody>
      </p:sp>
    </p:spTree>
    <p:extLst>
      <p:ext uri="{BB962C8B-B14F-4D97-AF65-F5344CB8AC3E}">
        <p14:creationId xmlns:p14="http://schemas.microsoft.com/office/powerpoint/2010/main" val="1764199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AA1CA-C0AD-CF4C-3E9B-BCB2268CBD27}"/>
              </a:ext>
            </a:extLst>
          </p:cNvPr>
          <p:cNvSpPr>
            <a:spLocks noGrp="1"/>
          </p:cNvSpPr>
          <p:nvPr>
            <p:ph type="title"/>
          </p:nvPr>
        </p:nvSpPr>
        <p:spPr/>
        <p:txBody>
          <a:bodyPr>
            <a:normAutofit fontScale="90000"/>
          </a:bodyPr>
          <a:lstStyle/>
          <a:p>
            <a:r>
              <a:rPr lang="en-GB" noProof="0" dirty="0"/>
              <a:t>Segregation by choice? School choice and segregation in England</a:t>
            </a:r>
          </a:p>
        </p:txBody>
      </p:sp>
      <p:sp>
        <p:nvSpPr>
          <p:cNvPr id="3" name="Content Placeholder 2">
            <a:extLst>
              <a:ext uri="{FF2B5EF4-FFF2-40B4-BE49-F238E27FC236}">
                <a16:creationId xmlns:a16="http://schemas.microsoft.com/office/drawing/2014/main" id="{24F1E8EA-A3FE-3C41-6AFF-2857AEA4FA48}"/>
              </a:ext>
            </a:extLst>
          </p:cNvPr>
          <p:cNvSpPr>
            <a:spLocks noGrp="1"/>
          </p:cNvSpPr>
          <p:nvPr>
            <p:ph idx="1"/>
          </p:nvPr>
        </p:nvSpPr>
        <p:spPr/>
        <p:txBody>
          <a:bodyPr/>
          <a:lstStyle/>
          <a:p>
            <a:r>
              <a:rPr lang="en-GB" noProof="0" dirty="0"/>
              <a:t>They suggest that school choice decreases residential segregation, but may increase school-level segregation.</a:t>
            </a:r>
          </a:p>
          <a:p>
            <a:endParaRPr lang="en-GB" noProof="0" dirty="0"/>
          </a:p>
        </p:txBody>
      </p:sp>
    </p:spTree>
    <p:extLst>
      <p:ext uri="{BB962C8B-B14F-4D97-AF65-F5344CB8AC3E}">
        <p14:creationId xmlns:p14="http://schemas.microsoft.com/office/powerpoint/2010/main" val="3785555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DBD84-87DC-374C-7057-20317DF436F4}"/>
              </a:ext>
            </a:extLst>
          </p:cNvPr>
          <p:cNvSpPr>
            <a:spLocks noGrp="1"/>
          </p:cNvSpPr>
          <p:nvPr>
            <p:ph type="title"/>
          </p:nvPr>
        </p:nvSpPr>
        <p:spPr/>
        <p:txBody>
          <a:bodyPr>
            <a:normAutofit fontScale="90000"/>
          </a:bodyPr>
          <a:lstStyle/>
          <a:p>
            <a:r>
              <a:rPr lang="en-GB" noProof="0" dirty="0"/>
              <a:t>WHAT PARENTS WANT: SCHOOL PREFERENCES AND SCHOOL CHOICE</a:t>
            </a:r>
          </a:p>
        </p:txBody>
      </p:sp>
      <p:sp>
        <p:nvSpPr>
          <p:cNvPr id="3" name="Content Placeholder 2">
            <a:extLst>
              <a:ext uri="{FF2B5EF4-FFF2-40B4-BE49-F238E27FC236}">
                <a16:creationId xmlns:a16="http://schemas.microsoft.com/office/drawing/2014/main" id="{9B773FAD-1CE1-5F37-782E-B9A17B494901}"/>
              </a:ext>
            </a:extLst>
          </p:cNvPr>
          <p:cNvSpPr>
            <a:spLocks noGrp="1"/>
          </p:cNvSpPr>
          <p:nvPr>
            <p:ph idx="1"/>
          </p:nvPr>
        </p:nvSpPr>
        <p:spPr/>
        <p:txBody>
          <a:bodyPr/>
          <a:lstStyle/>
          <a:p>
            <a:r>
              <a:rPr lang="en-GB" noProof="0" dirty="0"/>
              <a:t>Difficult to disentangle true preferences from choices made due to knowledge of their constraints</a:t>
            </a:r>
          </a:p>
          <a:p>
            <a:r>
              <a:rPr lang="en-GB" noProof="0" dirty="0"/>
              <a:t>Data:</a:t>
            </a:r>
          </a:p>
          <a:p>
            <a:pPr lvl="1"/>
            <a:r>
              <a:rPr lang="en-GB" noProof="0" dirty="0"/>
              <a:t>Millenium Cohort study – Focusing on the cohort born between 1</a:t>
            </a:r>
            <a:r>
              <a:rPr lang="en-GB" baseline="30000" noProof="0" dirty="0"/>
              <a:t>st</a:t>
            </a:r>
            <a:r>
              <a:rPr lang="en-GB" noProof="0" dirty="0"/>
              <a:t> Sep 2000 – 31</a:t>
            </a:r>
            <a:r>
              <a:rPr lang="en-GB" baseline="30000" noProof="0" dirty="0"/>
              <a:t>st</a:t>
            </a:r>
            <a:r>
              <a:rPr lang="en-GB" noProof="0" dirty="0"/>
              <a:t> Aug 2001.</a:t>
            </a:r>
          </a:p>
          <a:p>
            <a:pPr lvl="1"/>
            <a:r>
              <a:rPr lang="en-GB" noProof="0" dirty="0" err="1"/>
              <a:t>EduBase</a:t>
            </a:r>
            <a:r>
              <a:rPr lang="en-GB" noProof="0" dirty="0"/>
              <a:t> – now known interfaced through the gov.uk site: “</a:t>
            </a:r>
            <a:r>
              <a:rPr lang="en-GB" noProof="0" dirty="0">
                <a:hlinkClick r:id="rId2"/>
              </a:rPr>
              <a:t>Get Information about Schools</a:t>
            </a:r>
            <a:r>
              <a:rPr lang="en-GB" noProof="0" dirty="0"/>
              <a:t>,” contains information about all the schools in the UK.</a:t>
            </a:r>
          </a:p>
          <a:p>
            <a:pPr lvl="1"/>
            <a:r>
              <a:rPr lang="en-GB" noProof="0" dirty="0"/>
              <a:t>National Pupil Database – Contains information on students’ attainment, eligibility for free school meals, SEN requirements, etc.</a:t>
            </a:r>
          </a:p>
          <a:p>
            <a:endParaRPr lang="en-GB" noProof="0" dirty="0"/>
          </a:p>
        </p:txBody>
      </p:sp>
    </p:spTree>
    <p:extLst>
      <p:ext uri="{BB962C8B-B14F-4D97-AF65-F5344CB8AC3E}">
        <p14:creationId xmlns:p14="http://schemas.microsoft.com/office/powerpoint/2010/main" val="1441205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36815-E722-9138-F25E-0F0CD21F788D}"/>
              </a:ext>
            </a:extLst>
          </p:cNvPr>
          <p:cNvSpPr>
            <a:spLocks noGrp="1"/>
          </p:cNvSpPr>
          <p:nvPr>
            <p:ph type="title"/>
          </p:nvPr>
        </p:nvSpPr>
        <p:spPr/>
        <p:txBody>
          <a:bodyPr/>
          <a:lstStyle/>
          <a:p>
            <a:r>
              <a:rPr lang="en-GB" noProof="0" dirty="0"/>
              <a:t>Nuffield foundation</a:t>
            </a:r>
          </a:p>
        </p:txBody>
      </p:sp>
      <p:sp>
        <p:nvSpPr>
          <p:cNvPr id="3" name="Content Placeholder 2">
            <a:extLst>
              <a:ext uri="{FF2B5EF4-FFF2-40B4-BE49-F238E27FC236}">
                <a16:creationId xmlns:a16="http://schemas.microsoft.com/office/drawing/2014/main" id="{02B7A81E-8C79-E47B-B562-F3D051DC76B4}"/>
              </a:ext>
            </a:extLst>
          </p:cNvPr>
          <p:cNvSpPr>
            <a:spLocks noGrp="1"/>
          </p:cNvSpPr>
          <p:nvPr>
            <p:ph idx="1"/>
          </p:nvPr>
        </p:nvSpPr>
        <p:spPr/>
        <p:txBody>
          <a:bodyPr/>
          <a:lstStyle/>
          <a:p>
            <a:r>
              <a:rPr lang="en-GB" noProof="0" dirty="0"/>
              <a:t>Modifying school choice for more equitable outcomes in England</a:t>
            </a:r>
          </a:p>
          <a:p>
            <a:pPr lvl="1"/>
            <a:r>
              <a:rPr lang="en-GB" noProof="0" dirty="0"/>
              <a:t>“This project will examine inequality in educational outcomes resulting from the English school admissions process.”</a:t>
            </a:r>
          </a:p>
          <a:p>
            <a:pPr lvl="1"/>
            <a:r>
              <a:rPr lang="en-GB" noProof="0" dirty="0"/>
              <a:t>Project involves two researchers from the Uni of Bristol: Dr. Ellen Greaves and Prof. Simon Burgess.</a:t>
            </a:r>
          </a:p>
        </p:txBody>
      </p:sp>
    </p:spTree>
    <p:extLst>
      <p:ext uri="{BB962C8B-B14F-4D97-AF65-F5344CB8AC3E}">
        <p14:creationId xmlns:p14="http://schemas.microsoft.com/office/powerpoint/2010/main" val="424592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5" name="Picture 4" descr="Long exposure of lights forming a curve">
            <a:extLst>
              <a:ext uri="{FF2B5EF4-FFF2-40B4-BE49-F238E27FC236}">
                <a16:creationId xmlns:a16="http://schemas.microsoft.com/office/drawing/2014/main" id="{D80ABC1A-BEA5-7153-4693-04DFFE460A45}"/>
              </a:ext>
            </a:extLst>
          </p:cNvPr>
          <p:cNvPicPr>
            <a:picLocks noChangeAspect="1"/>
          </p:cNvPicPr>
          <p:nvPr/>
        </p:nvPicPr>
        <p:blipFill>
          <a:blip r:embed="rId2"/>
          <a:srcRect t="14269" b="1461"/>
          <a:stretch>
            <a:fillRect/>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E88DCE8F-80AD-14EC-4143-AEE65310F114}"/>
              </a:ext>
            </a:extLst>
          </p:cNvPr>
          <p:cNvSpPr>
            <a:spLocks noGrp="1"/>
          </p:cNvSpPr>
          <p:nvPr>
            <p:ph type="title"/>
          </p:nvPr>
        </p:nvSpPr>
        <p:spPr>
          <a:xfrm>
            <a:off x="704088" y="871759"/>
            <a:ext cx="5067300" cy="3497042"/>
          </a:xfrm>
        </p:spPr>
        <p:txBody>
          <a:bodyPr vert="horz" lIns="91440" tIns="45720" rIns="91440" bIns="45720" rtlCol="0" anchor="t">
            <a:normAutofit/>
          </a:bodyPr>
          <a:lstStyle/>
          <a:p>
            <a:r>
              <a:rPr lang="en-GB" sz="5400" noProof="0" dirty="0">
                <a:solidFill>
                  <a:srgbClr val="FFFFFF"/>
                </a:solidFill>
              </a:rPr>
              <a:t>Effects of Transport</a:t>
            </a:r>
          </a:p>
        </p:txBody>
      </p:sp>
      <p:cxnSp>
        <p:nvCxnSpPr>
          <p:cNvPr id="17" name="Straight Connector 1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5796348"/>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686E9-876F-359C-B9F0-93D5F8E0DD5F}"/>
              </a:ext>
            </a:extLst>
          </p:cNvPr>
          <p:cNvSpPr>
            <a:spLocks noGrp="1"/>
          </p:cNvSpPr>
          <p:nvPr>
            <p:ph type="title"/>
          </p:nvPr>
        </p:nvSpPr>
        <p:spPr/>
        <p:txBody>
          <a:bodyPr/>
          <a:lstStyle/>
          <a:p>
            <a:r>
              <a:rPr lang="en-GB" noProof="0" dirty="0"/>
              <a:t>Effects of transport</a:t>
            </a:r>
          </a:p>
        </p:txBody>
      </p:sp>
      <p:sp>
        <p:nvSpPr>
          <p:cNvPr id="3" name="Content Placeholder 2">
            <a:extLst>
              <a:ext uri="{FF2B5EF4-FFF2-40B4-BE49-F238E27FC236}">
                <a16:creationId xmlns:a16="http://schemas.microsoft.com/office/drawing/2014/main" id="{99488685-DEB9-0420-32E1-DD79C112FA73}"/>
              </a:ext>
            </a:extLst>
          </p:cNvPr>
          <p:cNvSpPr>
            <a:spLocks noGrp="1"/>
          </p:cNvSpPr>
          <p:nvPr>
            <p:ph idx="1"/>
          </p:nvPr>
        </p:nvSpPr>
        <p:spPr/>
        <p:txBody>
          <a:bodyPr>
            <a:normAutofit lnSpcReduction="10000"/>
          </a:bodyPr>
          <a:lstStyle/>
          <a:p>
            <a:r>
              <a:rPr lang="en-GB" noProof="0" dirty="0"/>
              <a:t>How does robust transport affect the externalities of school choice?</a:t>
            </a:r>
          </a:p>
          <a:p>
            <a:r>
              <a:rPr lang="en-GB" noProof="0" dirty="0"/>
              <a:t>What are the current environmental, social, economic impacts of current transport paradigm?</a:t>
            </a:r>
          </a:p>
          <a:p>
            <a:r>
              <a:rPr lang="en-GB" noProof="0" dirty="0"/>
              <a:t>There is reason to believe that affordable and convenient transport counteracts the negative distributional effects of school choice.</a:t>
            </a:r>
          </a:p>
          <a:p>
            <a:r>
              <a:rPr lang="en-GB" noProof="0" dirty="0"/>
              <a:t>What if we prioritise not on residential address, but the work address of the parent(s)? If parents are dropping their kids off to school and driving to work anyway – or even taking public transport to their jobs – why not bring their children along and reduce the total time spent on the road, and let kids still walk to school – but from their parents’ offices? This is more important for primary schools since after a certain point children will probably become more independent and travel by themselves.</a:t>
            </a:r>
          </a:p>
        </p:txBody>
      </p:sp>
    </p:spTree>
    <p:extLst>
      <p:ext uri="{BB962C8B-B14F-4D97-AF65-F5344CB8AC3E}">
        <p14:creationId xmlns:p14="http://schemas.microsoft.com/office/powerpoint/2010/main" val="1771044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BE88C-0D95-98D6-8808-0B09813569D0}"/>
              </a:ext>
            </a:extLst>
          </p:cNvPr>
          <p:cNvSpPr>
            <a:spLocks noGrp="1"/>
          </p:cNvSpPr>
          <p:nvPr>
            <p:ph type="title"/>
          </p:nvPr>
        </p:nvSpPr>
        <p:spPr/>
        <p:txBody>
          <a:bodyPr/>
          <a:lstStyle/>
          <a:p>
            <a:r>
              <a:rPr lang="en-GB" noProof="0" dirty="0"/>
              <a:t>Effects of Transport</a:t>
            </a:r>
          </a:p>
        </p:txBody>
      </p:sp>
      <p:sp>
        <p:nvSpPr>
          <p:cNvPr id="3" name="Content Placeholder 2">
            <a:extLst>
              <a:ext uri="{FF2B5EF4-FFF2-40B4-BE49-F238E27FC236}">
                <a16:creationId xmlns:a16="http://schemas.microsoft.com/office/drawing/2014/main" id="{1C5A8AC8-F670-AB1E-9414-598FC80126B3}"/>
              </a:ext>
            </a:extLst>
          </p:cNvPr>
          <p:cNvSpPr>
            <a:spLocks noGrp="1"/>
          </p:cNvSpPr>
          <p:nvPr>
            <p:ph idx="1"/>
          </p:nvPr>
        </p:nvSpPr>
        <p:spPr/>
        <p:txBody>
          <a:bodyPr/>
          <a:lstStyle/>
          <a:p>
            <a:r>
              <a:rPr lang="en-GB" noProof="0" dirty="0"/>
              <a:t>Look into simulating pupil commuting when local authorities work closely with bus companies to consider commute patterns?</a:t>
            </a:r>
          </a:p>
          <a:p>
            <a:r>
              <a:rPr lang="en-GB" noProof="0" dirty="0"/>
              <a:t>School only bus services during certain times of the day?</a:t>
            </a:r>
          </a:p>
          <a:p>
            <a:r>
              <a:rPr lang="en-GB" noProof="0" dirty="0"/>
              <a:t>Consider updating oversubscription criteria from straight-line distance to include and consider public transport access for reduced constraints to resource constrained families in poorer </a:t>
            </a:r>
            <a:r>
              <a:rPr lang="en-GB" noProof="0" dirty="0" err="1"/>
              <a:t>neighborhoods</a:t>
            </a:r>
            <a:r>
              <a:rPr lang="en-GB" noProof="0" dirty="0"/>
              <a:t>, and simulating it.</a:t>
            </a:r>
          </a:p>
        </p:txBody>
      </p:sp>
    </p:spTree>
    <p:extLst>
      <p:ext uri="{BB962C8B-B14F-4D97-AF65-F5344CB8AC3E}">
        <p14:creationId xmlns:p14="http://schemas.microsoft.com/office/powerpoint/2010/main" val="3014197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5" name="Picture 4" descr="A grey room full of question marks with an opening going out">
            <a:extLst>
              <a:ext uri="{FF2B5EF4-FFF2-40B4-BE49-F238E27FC236}">
                <a16:creationId xmlns:a16="http://schemas.microsoft.com/office/drawing/2014/main" id="{14B7994D-B504-23E3-4CB2-EAC17AE2B3A0}"/>
              </a:ext>
            </a:extLst>
          </p:cNvPr>
          <p:cNvPicPr>
            <a:picLocks noChangeAspect="1"/>
          </p:cNvPicPr>
          <p:nvPr/>
        </p:nvPicPr>
        <p:blipFill>
          <a:blip r:embed="rId2"/>
          <a:srcRect b="15730"/>
          <a:stretch>
            <a:fillRect/>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8DDCC584-627B-78DE-EA4C-5620791563AF}"/>
              </a:ext>
            </a:extLst>
          </p:cNvPr>
          <p:cNvSpPr>
            <a:spLocks noGrp="1"/>
          </p:cNvSpPr>
          <p:nvPr>
            <p:ph type="title"/>
          </p:nvPr>
        </p:nvSpPr>
        <p:spPr>
          <a:xfrm>
            <a:off x="704088" y="871759"/>
            <a:ext cx="5067300" cy="3497042"/>
          </a:xfrm>
        </p:spPr>
        <p:txBody>
          <a:bodyPr vert="horz" lIns="91440" tIns="45720" rIns="91440" bIns="45720" rtlCol="0" anchor="t">
            <a:normAutofit/>
          </a:bodyPr>
          <a:lstStyle/>
          <a:p>
            <a:r>
              <a:rPr lang="en-GB" sz="5400" noProof="0" dirty="0">
                <a:solidFill>
                  <a:srgbClr val="FFFFFF"/>
                </a:solidFill>
              </a:rPr>
              <a:t>Uncertainty</a:t>
            </a:r>
          </a:p>
        </p:txBody>
      </p:sp>
      <p:cxnSp>
        <p:nvCxnSpPr>
          <p:cNvPr id="17" name="Straight Connector 1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7898901"/>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465DD-B858-A889-EE05-6AABE6AC1D87}"/>
              </a:ext>
            </a:extLst>
          </p:cNvPr>
          <p:cNvSpPr>
            <a:spLocks noGrp="1"/>
          </p:cNvSpPr>
          <p:nvPr>
            <p:ph type="title"/>
          </p:nvPr>
        </p:nvSpPr>
        <p:spPr/>
        <p:txBody>
          <a:bodyPr>
            <a:normAutofit fontScale="90000"/>
          </a:bodyPr>
          <a:lstStyle/>
          <a:p>
            <a:r>
              <a:rPr lang="en-GB" noProof="0" dirty="0"/>
              <a:t>Stable Matching with Uncertain Linear Preferences (2016)</a:t>
            </a:r>
          </a:p>
        </p:txBody>
      </p:sp>
      <p:sp>
        <p:nvSpPr>
          <p:cNvPr id="3" name="Content Placeholder 2">
            <a:extLst>
              <a:ext uri="{FF2B5EF4-FFF2-40B4-BE49-F238E27FC236}">
                <a16:creationId xmlns:a16="http://schemas.microsoft.com/office/drawing/2014/main" id="{F4832822-5B55-C6F3-A0CB-E49C690FBCDC}"/>
              </a:ext>
            </a:extLst>
          </p:cNvPr>
          <p:cNvSpPr>
            <a:spLocks noGrp="1"/>
          </p:cNvSpPr>
          <p:nvPr>
            <p:ph idx="1"/>
          </p:nvPr>
        </p:nvSpPr>
        <p:spPr/>
        <p:txBody>
          <a:bodyPr/>
          <a:lstStyle/>
          <a:p>
            <a:endParaRPr lang="en-GB" noProof="0" dirty="0"/>
          </a:p>
        </p:txBody>
      </p:sp>
    </p:spTree>
    <p:extLst>
      <p:ext uri="{BB962C8B-B14F-4D97-AF65-F5344CB8AC3E}">
        <p14:creationId xmlns:p14="http://schemas.microsoft.com/office/powerpoint/2010/main" val="2813690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A07CA-8A4F-8B6C-C0E3-61978AD2FE89}"/>
              </a:ext>
            </a:extLst>
          </p:cNvPr>
          <p:cNvSpPr>
            <a:spLocks noGrp="1"/>
          </p:cNvSpPr>
          <p:nvPr>
            <p:ph type="title"/>
          </p:nvPr>
        </p:nvSpPr>
        <p:spPr/>
        <p:txBody>
          <a:bodyPr/>
          <a:lstStyle/>
          <a:p>
            <a:r>
              <a:rPr lang="en-GB" noProof="0" dirty="0"/>
              <a:t>Choosing a city</a:t>
            </a:r>
          </a:p>
        </p:txBody>
      </p:sp>
      <p:sp>
        <p:nvSpPr>
          <p:cNvPr id="3" name="Content Placeholder 2">
            <a:extLst>
              <a:ext uri="{FF2B5EF4-FFF2-40B4-BE49-F238E27FC236}">
                <a16:creationId xmlns:a16="http://schemas.microsoft.com/office/drawing/2014/main" id="{899351DA-EC60-A239-0587-42D6556593CC}"/>
              </a:ext>
            </a:extLst>
          </p:cNvPr>
          <p:cNvSpPr>
            <a:spLocks noGrp="1"/>
          </p:cNvSpPr>
          <p:nvPr>
            <p:ph idx="1"/>
          </p:nvPr>
        </p:nvSpPr>
        <p:spPr/>
        <p:txBody>
          <a:bodyPr/>
          <a:lstStyle/>
          <a:p>
            <a:r>
              <a:rPr lang="en-GB" noProof="0" dirty="0"/>
              <a:t>Best to pick a city with lots of easily accessible data and contacts.</a:t>
            </a:r>
          </a:p>
          <a:p>
            <a:r>
              <a:rPr lang="en-GB" noProof="0" dirty="0"/>
              <a:t>Prudent to pick multiple cities as case studies since communities can be vastly culturally varied.</a:t>
            </a:r>
          </a:p>
          <a:p>
            <a:r>
              <a:rPr lang="en-GB" noProof="0" dirty="0"/>
              <a:t>Investigate biases in communities?</a:t>
            </a:r>
          </a:p>
        </p:txBody>
      </p:sp>
    </p:spTree>
    <p:extLst>
      <p:ext uri="{BB962C8B-B14F-4D97-AF65-F5344CB8AC3E}">
        <p14:creationId xmlns:p14="http://schemas.microsoft.com/office/powerpoint/2010/main" val="1330056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55822-D66C-73BD-B914-423B6560E61D}"/>
              </a:ext>
            </a:extLst>
          </p:cNvPr>
          <p:cNvSpPr>
            <a:spLocks noGrp="1"/>
          </p:cNvSpPr>
          <p:nvPr>
            <p:ph type="title"/>
          </p:nvPr>
        </p:nvSpPr>
        <p:spPr/>
        <p:txBody>
          <a:bodyPr/>
          <a:lstStyle/>
          <a:p>
            <a:r>
              <a:rPr lang="en-GB" noProof="0" dirty="0"/>
              <a:t>Choosing a Methodology</a:t>
            </a:r>
          </a:p>
        </p:txBody>
      </p:sp>
      <p:sp>
        <p:nvSpPr>
          <p:cNvPr id="3" name="Content Placeholder 2">
            <a:extLst>
              <a:ext uri="{FF2B5EF4-FFF2-40B4-BE49-F238E27FC236}">
                <a16:creationId xmlns:a16="http://schemas.microsoft.com/office/drawing/2014/main" id="{ADDC14D1-328D-FFE6-FF0C-13DE1EDE9EFA}"/>
              </a:ext>
            </a:extLst>
          </p:cNvPr>
          <p:cNvSpPr>
            <a:spLocks noGrp="1"/>
          </p:cNvSpPr>
          <p:nvPr>
            <p:ph idx="1"/>
          </p:nvPr>
        </p:nvSpPr>
        <p:spPr/>
        <p:txBody>
          <a:bodyPr/>
          <a:lstStyle/>
          <a:p>
            <a:r>
              <a:rPr lang="en-GB" noProof="0" dirty="0"/>
              <a:t>I would like to incorporate the externalities from school choice into the decision process, including environmental, thus developing an algorithm that achieves the desiderata while avoiding the externalities.</a:t>
            </a:r>
          </a:p>
          <a:p>
            <a:r>
              <a:rPr lang="en-GB" noProof="0" dirty="0"/>
              <a:t>Alternatively, could model scenarios in which various offerings of transportation affect the externalities of school choice (using well-known algorithms) to understand the optimal level of transport to offer.</a:t>
            </a:r>
          </a:p>
          <a:p>
            <a:r>
              <a:rPr lang="en-GB" noProof="0" dirty="0"/>
              <a:t>A synthesis of the two? Comparison?</a:t>
            </a:r>
          </a:p>
        </p:txBody>
      </p:sp>
    </p:spTree>
    <p:extLst>
      <p:ext uri="{BB962C8B-B14F-4D97-AF65-F5344CB8AC3E}">
        <p14:creationId xmlns:p14="http://schemas.microsoft.com/office/powerpoint/2010/main" val="2407722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DC070D2F-CF0D-7383-F2FF-A5F30CC63F57}"/>
              </a:ext>
            </a:extLst>
          </p:cNvPr>
          <p:cNvSpPr>
            <a:spLocks noGrp="1"/>
          </p:cNvSpPr>
          <p:nvPr>
            <p:ph type="title"/>
          </p:nvPr>
        </p:nvSpPr>
        <p:spPr>
          <a:xfrm>
            <a:off x="695324" y="871758"/>
            <a:ext cx="10283452" cy="3871143"/>
          </a:xfrm>
        </p:spPr>
        <p:txBody>
          <a:bodyPr vert="horz" lIns="91440" tIns="45720" rIns="91440" bIns="45720" rtlCol="0" anchor="t">
            <a:normAutofit/>
          </a:bodyPr>
          <a:lstStyle/>
          <a:p>
            <a:r>
              <a:rPr lang="en-GB" sz="6600" noProof="0" dirty="0"/>
              <a:t>23/07/2025</a:t>
            </a:r>
          </a:p>
        </p:txBody>
      </p:sp>
      <p:cxnSp>
        <p:nvCxnSpPr>
          <p:cNvPr id="14" name="Straight Connector 13">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D91C2B-BDB9-49BE-9C44-E0CFE597A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6095011"/>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BD16E-81C9-F904-D0AB-43596D31C679}"/>
              </a:ext>
            </a:extLst>
          </p:cNvPr>
          <p:cNvSpPr>
            <a:spLocks noGrp="1"/>
          </p:cNvSpPr>
          <p:nvPr>
            <p:ph type="title"/>
          </p:nvPr>
        </p:nvSpPr>
        <p:spPr/>
        <p:txBody>
          <a:bodyPr/>
          <a:lstStyle/>
          <a:p>
            <a:endParaRPr lang="en-GB" noProof="0" dirty="0"/>
          </a:p>
        </p:txBody>
      </p:sp>
      <p:sp>
        <p:nvSpPr>
          <p:cNvPr id="3" name="Content Placeholder 2">
            <a:extLst>
              <a:ext uri="{FF2B5EF4-FFF2-40B4-BE49-F238E27FC236}">
                <a16:creationId xmlns:a16="http://schemas.microsoft.com/office/drawing/2014/main" id="{788DD111-EFB9-94C5-6B25-37B3A59123B0}"/>
              </a:ext>
            </a:extLst>
          </p:cNvPr>
          <p:cNvSpPr>
            <a:spLocks noGrp="1"/>
          </p:cNvSpPr>
          <p:nvPr>
            <p:ph idx="1"/>
          </p:nvPr>
        </p:nvSpPr>
        <p:spPr/>
        <p:txBody>
          <a:bodyPr/>
          <a:lstStyle/>
          <a:p>
            <a:endParaRPr lang="en-GB" noProof="0" dirty="0"/>
          </a:p>
        </p:txBody>
      </p:sp>
    </p:spTree>
    <p:extLst>
      <p:ext uri="{BB962C8B-B14F-4D97-AF65-F5344CB8AC3E}">
        <p14:creationId xmlns:p14="http://schemas.microsoft.com/office/powerpoint/2010/main" val="13720961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94020A-2247-3B7B-497D-AF23E0E47998}"/>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91ACAAD-69B5-7A58-24B1-B305674677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48C7A76-FA04-E56D-65AE-AC1C35BFC8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DE23DAF1-F6F1-B626-C2B1-DBAF0462C0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6E001410-5984-73B8-B57F-3810DA8B8F60}"/>
              </a:ext>
            </a:extLst>
          </p:cNvPr>
          <p:cNvSpPr>
            <a:spLocks noGrp="1"/>
          </p:cNvSpPr>
          <p:nvPr>
            <p:ph type="title"/>
          </p:nvPr>
        </p:nvSpPr>
        <p:spPr>
          <a:xfrm>
            <a:off x="695324" y="871758"/>
            <a:ext cx="10283452" cy="3871143"/>
          </a:xfrm>
        </p:spPr>
        <p:txBody>
          <a:bodyPr vert="horz" lIns="91440" tIns="45720" rIns="91440" bIns="45720" rtlCol="0" anchor="t">
            <a:normAutofit/>
          </a:bodyPr>
          <a:lstStyle/>
          <a:p>
            <a:r>
              <a:rPr lang="en-GB" sz="6600" noProof="0" dirty="0"/>
              <a:t>29/07/2025</a:t>
            </a:r>
          </a:p>
        </p:txBody>
      </p:sp>
      <p:cxnSp>
        <p:nvCxnSpPr>
          <p:cNvPr id="14" name="Straight Connector 13">
            <a:extLst>
              <a:ext uri="{FF2B5EF4-FFF2-40B4-BE49-F238E27FC236}">
                <a16:creationId xmlns:a16="http://schemas.microsoft.com/office/drawing/2014/main" id="{79BA5D6F-2945-7722-8BC3-416E503ED4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21AE5B9-3E9B-C4B0-3E75-4CA146E91E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3095121"/>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E21A8-9979-4A4B-5E6E-52AA96431BC9}"/>
              </a:ext>
            </a:extLst>
          </p:cNvPr>
          <p:cNvSpPr>
            <a:spLocks noGrp="1"/>
          </p:cNvSpPr>
          <p:nvPr>
            <p:ph type="title"/>
          </p:nvPr>
        </p:nvSpPr>
        <p:spPr/>
        <p:txBody>
          <a:bodyPr/>
          <a:lstStyle/>
          <a:p>
            <a:r>
              <a:rPr lang="en-GB" noProof="0" dirty="0"/>
              <a:t>School choice debate in a nutshell</a:t>
            </a:r>
          </a:p>
        </p:txBody>
      </p:sp>
      <p:sp>
        <p:nvSpPr>
          <p:cNvPr id="3" name="Content Placeholder 2">
            <a:extLst>
              <a:ext uri="{FF2B5EF4-FFF2-40B4-BE49-F238E27FC236}">
                <a16:creationId xmlns:a16="http://schemas.microsoft.com/office/drawing/2014/main" id="{6C911CC1-C5FD-D170-DE71-DF9C9D66B551}"/>
              </a:ext>
            </a:extLst>
          </p:cNvPr>
          <p:cNvSpPr>
            <a:spLocks noGrp="1"/>
          </p:cNvSpPr>
          <p:nvPr>
            <p:ph idx="1"/>
          </p:nvPr>
        </p:nvSpPr>
        <p:spPr>
          <a:xfrm>
            <a:off x="700635" y="1718733"/>
            <a:ext cx="10691265" cy="4243155"/>
          </a:xfrm>
        </p:spPr>
        <p:txBody>
          <a:bodyPr/>
          <a:lstStyle/>
          <a:p>
            <a:r>
              <a:rPr lang="en-GB" noProof="0" dirty="0"/>
              <a:t>Began in the 1950s with Milton Friedman’s “The Role of Government in Education.”</a:t>
            </a:r>
          </a:p>
          <a:p>
            <a:r>
              <a:rPr lang="en-GB" noProof="0" dirty="0"/>
              <a:t>School choice is the introduction of market mechanisms into the education system.</a:t>
            </a:r>
          </a:p>
          <a:p>
            <a:pPr lvl="1"/>
            <a:r>
              <a:rPr lang="en-GB" noProof="0" dirty="0"/>
              <a:t>Parents are consumers and so induce market-style competition into the system between schools.</a:t>
            </a:r>
          </a:p>
          <a:p>
            <a:pPr lvl="1"/>
            <a:r>
              <a:rPr lang="en-GB" noProof="0" dirty="0"/>
              <a:t>Choice mechanisms induce a demand from parents for diverse educational provisions.</a:t>
            </a:r>
          </a:p>
          <a:p>
            <a:pPr lvl="1"/>
            <a:endParaRPr lang="en-GB" noProof="0" dirty="0"/>
          </a:p>
        </p:txBody>
      </p:sp>
    </p:spTree>
    <p:extLst>
      <p:ext uri="{BB962C8B-B14F-4D97-AF65-F5344CB8AC3E}">
        <p14:creationId xmlns:p14="http://schemas.microsoft.com/office/powerpoint/2010/main" val="24031760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B18B4-971E-0CC6-B1AF-F462869C3CEB}"/>
              </a:ext>
            </a:extLst>
          </p:cNvPr>
          <p:cNvSpPr>
            <a:spLocks noGrp="1"/>
          </p:cNvSpPr>
          <p:nvPr>
            <p:ph type="title"/>
          </p:nvPr>
        </p:nvSpPr>
        <p:spPr>
          <a:xfrm>
            <a:off x="700635" y="914400"/>
            <a:ext cx="10691265" cy="643467"/>
          </a:xfrm>
        </p:spPr>
        <p:txBody>
          <a:bodyPr>
            <a:normAutofit fontScale="90000"/>
          </a:bodyPr>
          <a:lstStyle/>
          <a:p>
            <a:r>
              <a:rPr lang="en-GB" dirty="0"/>
              <a:t>School Choice to remedy market inefficiencies</a:t>
            </a:r>
          </a:p>
        </p:txBody>
      </p:sp>
      <p:sp>
        <p:nvSpPr>
          <p:cNvPr id="3" name="Content Placeholder 2">
            <a:extLst>
              <a:ext uri="{FF2B5EF4-FFF2-40B4-BE49-F238E27FC236}">
                <a16:creationId xmlns:a16="http://schemas.microsoft.com/office/drawing/2014/main" id="{46942EA5-1766-3364-8B7B-AF865C844E3C}"/>
              </a:ext>
            </a:extLst>
          </p:cNvPr>
          <p:cNvSpPr>
            <a:spLocks noGrp="1"/>
          </p:cNvSpPr>
          <p:nvPr>
            <p:ph idx="1"/>
          </p:nvPr>
        </p:nvSpPr>
        <p:spPr>
          <a:xfrm>
            <a:off x="700635" y="1557867"/>
            <a:ext cx="10691265" cy="4404021"/>
          </a:xfrm>
        </p:spPr>
        <p:txBody>
          <a:bodyPr/>
          <a:lstStyle/>
          <a:p>
            <a:r>
              <a:rPr lang="en-GB" dirty="0"/>
              <a:t>Introduces competition to incentivise schools to improve their performance and management. Attracting new students increases funding, allowing performant schools to expand while inefficient schools risk losing students/funding.</a:t>
            </a:r>
          </a:p>
          <a:p>
            <a:r>
              <a:rPr lang="en-GB" dirty="0"/>
              <a:t>Assumes that school performance is the main preference of parents.</a:t>
            </a:r>
          </a:p>
          <a:p>
            <a:r>
              <a:rPr lang="en-GB" dirty="0"/>
              <a:t>Represents a shift in the role of education, away from “forming a citizen” to developing labour market skills.</a:t>
            </a:r>
          </a:p>
          <a:p>
            <a:r>
              <a:rPr lang="en-GB" dirty="0"/>
              <a:t>Can be seen as a tool to promote social justice by institutionalising the privileges previously </a:t>
            </a:r>
            <a:r>
              <a:rPr lang="en-GB"/>
              <a:t>only enjoyed by </a:t>
            </a:r>
            <a:r>
              <a:rPr lang="en-GB" dirty="0"/>
              <a:t>socio-economically privileged families.</a:t>
            </a:r>
          </a:p>
        </p:txBody>
      </p:sp>
    </p:spTree>
    <p:extLst>
      <p:ext uri="{BB962C8B-B14F-4D97-AF65-F5344CB8AC3E}">
        <p14:creationId xmlns:p14="http://schemas.microsoft.com/office/powerpoint/2010/main" val="233079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E3FEC-C89A-A226-F7AB-1F0A169E223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028D96F-E645-BDC6-73F0-5E56141EF084}"/>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524229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F9407-B2AA-CF4B-C779-5800CEAC4A40}"/>
              </a:ext>
            </a:extLst>
          </p:cNvPr>
          <p:cNvSpPr>
            <a:spLocks noGrp="1"/>
          </p:cNvSpPr>
          <p:nvPr>
            <p:ph type="title"/>
          </p:nvPr>
        </p:nvSpPr>
        <p:spPr/>
        <p:txBody>
          <a:bodyPr>
            <a:noAutofit/>
          </a:bodyPr>
          <a:lstStyle/>
          <a:p>
            <a:r>
              <a:rPr lang="en-US" sz="3200" dirty="0"/>
              <a:t>On the Gale-Shapley Algorithm for Stable Matchings with a Partial Honesty Nash Refinement</a:t>
            </a:r>
            <a:endParaRPr lang="en-GB" sz="3200" dirty="0"/>
          </a:p>
        </p:txBody>
      </p:sp>
      <p:sp>
        <p:nvSpPr>
          <p:cNvPr id="3" name="Content Placeholder 2">
            <a:extLst>
              <a:ext uri="{FF2B5EF4-FFF2-40B4-BE49-F238E27FC236}">
                <a16:creationId xmlns:a16="http://schemas.microsoft.com/office/drawing/2014/main" id="{8A868901-6F07-79A8-2877-3E7A6E464F7A}"/>
              </a:ext>
            </a:extLst>
          </p:cNvPr>
          <p:cNvSpPr>
            <a:spLocks noGrp="1"/>
          </p:cNvSpPr>
          <p:nvPr>
            <p:ph idx="1"/>
          </p:nvPr>
        </p:nvSpPr>
        <p:spPr/>
        <p:txBody>
          <a:bodyPr>
            <a:normAutofit lnSpcReduction="10000"/>
          </a:bodyPr>
          <a:lstStyle/>
          <a:p>
            <a:r>
              <a:rPr lang="en-US" dirty="0"/>
              <a:t>“Further, they show that when men are honest, and women coordinate to obtain the woman-optimal matching, the resulting matching is a strong Nash equilibrium. Given that the women are always able to coordinate to obtain the woman-optimal matching, it would be reasonable to believe that all strong Nash equilibria for SSM with the Gale-Shapley algorithm result in the woman-optimal matching. However, Gale and Sotomayor express disappointment after observing this is not the case.”</a:t>
            </a:r>
          </a:p>
          <a:p>
            <a:r>
              <a:rPr lang="en-US" dirty="0"/>
              <a:t>“In this section, we show that when agents are minimally dishonest, there is a unique outcome of the stable matching game — the woman-optimal matching will always be selected when using the man-optimal (Gale-Shapley) algorithm.”</a:t>
            </a:r>
          </a:p>
          <a:p>
            <a:r>
              <a:rPr lang="en-US" dirty="0">
                <a:solidFill>
                  <a:srgbClr val="FF0000"/>
                </a:solidFill>
              </a:rPr>
              <a:t>For the case of social networks between parents, perhaps we can explore the effects of Nash refinements in the case of a mechanism which is school-oriented in the UK?</a:t>
            </a:r>
            <a:endParaRPr lang="en-GB" dirty="0">
              <a:solidFill>
                <a:srgbClr val="FF0000"/>
              </a:solidFill>
            </a:endParaRPr>
          </a:p>
        </p:txBody>
      </p:sp>
    </p:spTree>
    <p:extLst>
      <p:ext uri="{BB962C8B-B14F-4D97-AF65-F5344CB8AC3E}">
        <p14:creationId xmlns:p14="http://schemas.microsoft.com/office/powerpoint/2010/main" val="213121960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CFBD8D4285B24C9E51550FB6B8B58F" ma:contentTypeVersion="11" ma:contentTypeDescription="Create a new document." ma:contentTypeScope="" ma:versionID="b522d594ef36178e22a982be90f97c14">
  <xsd:schema xmlns:xsd="http://www.w3.org/2001/XMLSchema" xmlns:xs="http://www.w3.org/2001/XMLSchema" xmlns:p="http://schemas.microsoft.com/office/2006/metadata/properties" xmlns:ns2="28c9feb2-0eac-471f-8e1a-040490f495be" xmlns:ns3="6d3e2034-a4ef-452f-ac9b-a3127fd1d23a" targetNamespace="http://schemas.microsoft.com/office/2006/metadata/properties" ma:root="true" ma:fieldsID="21814685235980ea8ea665e778a7b116" ns2:_="" ns3:_="">
    <xsd:import namespace="28c9feb2-0eac-471f-8e1a-040490f495be"/>
    <xsd:import namespace="6d3e2034-a4ef-452f-ac9b-a3127fd1d23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c9feb2-0eac-471f-8e1a-040490f49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cbf2f534-9c3d-494b-83fb-768e807180cb"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3e2034-a4ef-452f-ac9b-a3127fd1d23a"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7d23c5a-43f9-4324-b014-5f080ffb46bb}" ma:internalName="TaxCatchAll" ma:showField="CatchAllData" ma:web="6d3e2034-a4ef-452f-ac9b-a3127fd1d23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8c9feb2-0eac-471f-8e1a-040490f495be">
      <Terms xmlns="http://schemas.microsoft.com/office/infopath/2007/PartnerControls"/>
    </lcf76f155ced4ddcb4097134ff3c332f>
    <TaxCatchAll xmlns="6d3e2034-a4ef-452f-ac9b-a3127fd1d23a" xsi:nil="true"/>
  </documentManagement>
</p:properties>
</file>

<file path=customXml/itemProps1.xml><?xml version="1.0" encoding="utf-8"?>
<ds:datastoreItem xmlns:ds="http://schemas.openxmlformats.org/officeDocument/2006/customXml" ds:itemID="{95DCF948-A7B3-4EE1-BD63-3F7056EA5A48}"/>
</file>

<file path=customXml/itemProps2.xml><?xml version="1.0" encoding="utf-8"?>
<ds:datastoreItem xmlns:ds="http://schemas.openxmlformats.org/officeDocument/2006/customXml" ds:itemID="{95586793-410A-4911-A357-1DA194551E27}"/>
</file>

<file path=customXml/itemProps3.xml><?xml version="1.0" encoding="utf-8"?>
<ds:datastoreItem xmlns:ds="http://schemas.openxmlformats.org/officeDocument/2006/customXml" ds:itemID="{EEB45029-4835-4A07-B787-FA8B458163B4}"/>
</file>

<file path=docProps/app.xml><?xml version="1.0" encoding="utf-8"?>
<Properties xmlns="http://schemas.openxmlformats.org/officeDocument/2006/extended-properties" xmlns:vt="http://schemas.openxmlformats.org/officeDocument/2006/docPropsVTypes">
  <TotalTime>6677</TotalTime>
  <Words>2030</Words>
  <Application>Microsoft Office PowerPoint</Application>
  <PresentationFormat>Widescreen</PresentationFormat>
  <Paragraphs>116</Paragraphs>
  <Slides>32</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Calisto MT</vt:lpstr>
      <vt:lpstr>Univers Condensed</vt:lpstr>
      <vt:lpstr>ChronicleVTI</vt:lpstr>
      <vt:lpstr>Sustainable Resource Allocation in Urban Settings</vt:lpstr>
      <vt:lpstr>Preference Representation</vt:lpstr>
      <vt:lpstr>Equity measurement in facility location analysis: A review and framework (1993)</vt:lpstr>
      <vt:lpstr>How school choice works in the UK (According to the House of Commons Library)</vt:lpstr>
      <vt:lpstr>How school choice works in the UK (According to the House of Commons Library)</vt:lpstr>
      <vt:lpstr>Effects of school choice</vt:lpstr>
      <vt:lpstr>Effects of school choice</vt:lpstr>
      <vt:lpstr>Effects of School Choice</vt:lpstr>
      <vt:lpstr>Effects of school choice</vt:lpstr>
      <vt:lpstr>Effects of school choice</vt:lpstr>
      <vt:lpstr>Effects of school choice</vt:lpstr>
      <vt:lpstr>School Choice and Its Long-Term Impact on Social Mobility in Sweden</vt:lpstr>
      <vt:lpstr>School Choice and Its Long-Term Impact on Social Mobility in Sweden</vt:lpstr>
      <vt:lpstr>School Choice (And Diversity) in the UK since 1944:Continuity, Change, Divergence and School Selectivity</vt:lpstr>
      <vt:lpstr>School choice in England: evidence from national administrative data</vt:lpstr>
      <vt:lpstr>Segregation by choice? School choice and segregation in England</vt:lpstr>
      <vt:lpstr>WHAT PARENTS WANT: SCHOOL PREFERENCES AND SCHOOL CHOICE</vt:lpstr>
      <vt:lpstr>Nuffield foundation</vt:lpstr>
      <vt:lpstr>Effects of Transport</vt:lpstr>
      <vt:lpstr>Effects of transport</vt:lpstr>
      <vt:lpstr>Effects of Transport</vt:lpstr>
      <vt:lpstr>Uncertainty</vt:lpstr>
      <vt:lpstr>Stable Matching with Uncertain Linear Preferences (2016)</vt:lpstr>
      <vt:lpstr>Choosing a city</vt:lpstr>
      <vt:lpstr>Choosing a Methodology</vt:lpstr>
      <vt:lpstr>23/07/2025</vt:lpstr>
      <vt:lpstr>PowerPoint Presentation</vt:lpstr>
      <vt:lpstr>29/07/2025</vt:lpstr>
      <vt:lpstr>School choice debate in a nutshell</vt:lpstr>
      <vt:lpstr>School Choice to remedy market inefficiencies</vt:lpstr>
      <vt:lpstr>PowerPoint Presentation</vt:lpstr>
      <vt:lpstr>On the Gale-Shapley Algorithm for Stable Matchings with a Partial Honesty Nash Refinement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Poile</dc:creator>
  <cp:lastModifiedBy>Andrew Poile</cp:lastModifiedBy>
  <cp:revision>2</cp:revision>
  <dcterms:created xsi:type="dcterms:W3CDTF">2025-06-23T12:32:12Z</dcterms:created>
  <dcterms:modified xsi:type="dcterms:W3CDTF">2025-07-29T16:07:01Z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0x0101009BCFBD8D4285B24C9E51550FB6B8B58F</vt:lpwstr>
  </property>
</Properties>
</file>